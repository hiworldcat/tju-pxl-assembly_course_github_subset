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6"/>
  </p:notesMasterIdLst>
  <p:handoutMasterIdLst>
    <p:handoutMasterId r:id="rId67"/>
  </p:handoutMasterIdLst>
  <p:sldIdLst>
    <p:sldId id="639" r:id="rId2"/>
    <p:sldId id="770" r:id="rId3"/>
    <p:sldId id="669" r:id="rId4"/>
    <p:sldId id="800" r:id="rId5"/>
    <p:sldId id="771" r:id="rId6"/>
    <p:sldId id="673" r:id="rId7"/>
    <p:sldId id="727" r:id="rId8"/>
    <p:sldId id="801" r:id="rId9"/>
    <p:sldId id="729" r:id="rId10"/>
    <p:sldId id="802" r:id="rId11"/>
    <p:sldId id="803" r:id="rId12"/>
    <p:sldId id="804" r:id="rId13"/>
    <p:sldId id="805" r:id="rId14"/>
    <p:sldId id="731" r:id="rId15"/>
    <p:sldId id="730" r:id="rId16"/>
    <p:sldId id="772" r:id="rId17"/>
    <p:sldId id="733" r:id="rId18"/>
    <p:sldId id="734" r:id="rId19"/>
    <p:sldId id="775" r:id="rId20"/>
    <p:sldId id="735" r:id="rId21"/>
    <p:sldId id="736" r:id="rId22"/>
    <p:sldId id="737" r:id="rId23"/>
    <p:sldId id="738" r:id="rId24"/>
    <p:sldId id="739" r:id="rId25"/>
    <p:sldId id="740" r:id="rId26"/>
    <p:sldId id="741" r:id="rId27"/>
    <p:sldId id="743" r:id="rId28"/>
    <p:sldId id="744" r:id="rId29"/>
    <p:sldId id="745" r:id="rId30"/>
    <p:sldId id="742" r:id="rId31"/>
    <p:sldId id="799" r:id="rId32"/>
    <p:sldId id="747" r:id="rId33"/>
    <p:sldId id="776" r:id="rId34"/>
    <p:sldId id="779" r:id="rId35"/>
    <p:sldId id="785" r:id="rId36"/>
    <p:sldId id="777" r:id="rId37"/>
    <p:sldId id="780" r:id="rId38"/>
    <p:sldId id="778" r:id="rId39"/>
    <p:sldId id="750" r:id="rId40"/>
    <p:sldId id="751" r:id="rId41"/>
    <p:sldId id="781" r:id="rId42"/>
    <p:sldId id="752" r:id="rId43"/>
    <p:sldId id="786" r:id="rId44"/>
    <p:sldId id="787" r:id="rId45"/>
    <p:sldId id="758" r:id="rId46"/>
    <p:sldId id="759" r:id="rId47"/>
    <p:sldId id="788" r:id="rId48"/>
    <p:sldId id="789" r:id="rId49"/>
    <p:sldId id="760" r:id="rId50"/>
    <p:sldId id="761" r:id="rId51"/>
    <p:sldId id="766" r:id="rId52"/>
    <p:sldId id="765" r:id="rId53"/>
    <p:sldId id="767" r:id="rId54"/>
    <p:sldId id="768" r:id="rId55"/>
    <p:sldId id="769" r:id="rId56"/>
    <p:sldId id="790" r:id="rId57"/>
    <p:sldId id="782" r:id="rId58"/>
    <p:sldId id="794" r:id="rId59"/>
    <p:sldId id="783" r:id="rId60"/>
    <p:sldId id="796" r:id="rId61"/>
    <p:sldId id="795" r:id="rId62"/>
    <p:sldId id="784" r:id="rId63"/>
    <p:sldId id="797" r:id="rId64"/>
    <p:sldId id="663" r:id="rId6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rgbClr val="0000D6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rgbClr val="0000D6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rgbClr val="0000D6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rgbClr val="0000D6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rgbClr val="0000D6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000" b="1" kern="1200">
        <a:solidFill>
          <a:srgbClr val="0000D6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000" b="1" kern="1200">
        <a:solidFill>
          <a:srgbClr val="0000D6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000" b="1" kern="1200">
        <a:solidFill>
          <a:srgbClr val="0000D6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000" b="1" kern="1200">
        <a:solidFill>
          <a:srgbClr val="0000D6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D6"/>
    <a:srgbClr val="FAB300"/>
    <a:srgbClr val="EC8334"/>
    <a:srgbClr val="F8AE28"/>
    <a:srgbClr val="000002"/>
    <a:srgbClr val="000066"/>
    <a:srgbClr val="66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04" autoAdjust="0"/>
    <p:restoredTop sz="90929"/>
  </p:normalViewPr>
  <p:slideViewPr>
    <p:cSldViewPr>
      <p:cViewPr varScale="1">
        <p:scale>
          <a:sx n="74" d="100"/>
          <a:sy n="74" d="100"/>
        </p:scale>
        <p:origin x="116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172F2E4B-BFB6-4B8A-A85D-7147224DCE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l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同济</a:t>
            </a:r>
            <a:endParaRPr lang="en-US" altLang="zh-CN"/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B6978C8D-C896-4842-B97C-537066BA6AB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7764" name="Rectangle 4">
            <a:extLst>
              <a:ext uri="{FF2B5EF4-FFF2-40B4-BE49-F238E27FC236}">
                <a16:creationId xmlns:a16="http://schemas.microsoft.com/office/drawing/2014/main" id="{882E040F-05AE-431F-862E-07BDF6B37BE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7765" name="Rectangle 5">
            <a:extLst>
              <a:ext uri="{FF2B5EF4-FFF2-40B4-BE49-F238E27FC236}">
                <a16:creationId xmlns:a16="http://schemas.microsoft.com/office/drawing/2014/main" id="{EA801618-636D-4478-90F5-EC1763CF43B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381B9D7-DBD3-45DF-A104-F87D31E378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5C1BAFC-DF5D-435B-A550-CE35595489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同济</a:t>
            </a:r>
            <a:endParaRPr lang="en-US" altLang="zh-CN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A3B8E0D-14FD-4651-97D5-6F838462D54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964536C-D8DA-458F-B5BF-5758A0AA2D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B99D3FD6-5FC3-4AC6-9ED9-7064E9E7B4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5DE40BC6-4DED-4A87-99C9-641B97A224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7701A6FA-7783-4F80-A9B7-A29AE4C768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8D654F8-0DD6-4005-9C61-E3573D2570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6C4886D4-B1C3-4743-9065-90777577DB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F5BD02DD-2EA7-4328-90BF-496398862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B959717B-F70B-4BF0-BF88-5E112D01563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347EC401-620C-4B6D-9EB4-552C254E4860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795E5D31-FF5B-41EC-9405-0240C2F912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C29F9F10-FF33-4845-967F-B7FA6D3CD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ADB72C75-1721-46A3-9D4D-3B8AC14CAC2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CEB41D4A-4C4F-4B4B-BD88-458C9818EBD5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0099957E-71CB-46F4-8362-4751294253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0CEE4F7B-5E6E-4BB0-8D16-57E130614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F06B8B85-DE44-497F-8628-29BED9D3BB76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A97B606F-3CCC-48FD-9F51-A248016515F1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795E5D31-FF5B-41EC-9405-0240C2F912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C29F9F10-FF33-4845-967F-B7FA6D3CD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ADB72C75-1721-46A3-9D4D-3B8AC14CAC2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CEB41D4A-4C4F-4B4B-BD88-458C9818EBD5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9348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395212F6-7C2F-43D1-9791-DC7BF9BC67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089AD01B-F72D-43FE-9CF5-6531FFC9B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1D3CECB5-238D-47A9-B691-F791702A87C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B855978B-5A00-42ED-8B49-853C132EC529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A73FA1A5-BB1D-496E-BC83-CB1C9C8EA9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B1A67837-FDA3-4525-B2EE-D5538E601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灯片编号占位符 3">
            <a:extLst>
              <a:ext uri="{FF2B5EF4-FFF2-40B4-BE49-F238E27FC236}">
                <a16:creationId xmlns:a16="http://schemas.microsoft.com/office/drawing/2014/main" id="{A2F2AF27-F8D7-4959-9D2F-FE9B5A44611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A3B8B02-7B0F-412B-996C-FEF296B0CF83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6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C9F1DCEC-679D-47F2-8AE0-9339AE308D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1E59A4D9-09F7-4B09-9AF7-D68FBD8AB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BA1DB612-E2DE-4FBE-8471-6708C7EB786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234CB0C1-9D9A-45EB-BFB6-4E49EB773955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7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C9F1DCEC-679D-47F2-8AE0-9339AE308D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1E59A4D9-09F7-4B09-9AF7-D68FBD8AB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BA1DB612-E2DE-4FBE-8471-6708C7EB786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234CB0C1-9D9A-45EB-BFB6-4E49EB773955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8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742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6D9D8974-63BB-4A7A-B573-8D9181218A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B6D0EF14-AD26-43EC-96E9-62B1FFE5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F390F20F-7729-403A-9888-B45AF2A1EB6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2CD150F-C595-4ED9-9059-872441C3529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9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6D9D8974-63BB-4A7A-B573-8D9181218A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B6D0EF14-AD26-43EC-96E9-62B1FFE5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F390F20F-7729-403A-9888-B45AF2A1EB6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2CD150F-C595-4ED9-9059-872441C3529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10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6991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6D9D8974-63BB-4A7A-B573-8D9181218A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B6D0EF14-AD26-43EC-96E9-62B1FFE5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F390F20F-7729-403A-9888-B45AF2A1EB6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2CD150F-C595-4ED9-9059-872441C3529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11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89936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6D9D8974-63BB-4A7A-B573-8D9181218A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B6D0EF14-AD26-43EC-96E9-62B1FFE5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F390F20F-7729-403A-9888-B45AF2A1EB6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2CD150F-C595-4ED9-9059-872441C3529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12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0158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6D9D8974-63BB-4A7A-B573-8D9181218A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B6D0EF14-AD26-43EC-96E9-62B1FFE5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F390F20F-7729-403A-9888-B45AF2A1EB6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2CD150F-C595-4ED9-9059-872441C3529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13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406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84E54ADC-6C39-4585-B6D1-AE68A1AFFA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D076D0E2-A8BC-4FFB-BBA0-F681F4656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2C5DFBDC-3110-4302-BD6D-219EC942B60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B47B9D14-68A4-4FFA-9870-7FF8E8C5C7D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14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:a16="http://schemas.microsoft.com/office/drawing/2014/main" id="{22FA9A45-557D-434E-BC3A-C824BBB9C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>
            <a:extLst>
              <a:ext uri="{FF2B5EF4-FFF2-40B4-BE49-F238E27FC236}">
                <a16:creationId xmlns:a16="http://schemas.microsoft.com/office/drawing/2014/main" id="{F4AEF581-4FFF-407C-AF1D-E2EFA6925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A74701F2-1618-49E8-88A7-9B680BFB44F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9DEEC956-23AE-43C6-BC35-2D9D8642413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15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89B2ECB9-4340-4270-B938-682A8FBFC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id="{57AC89A8-5B77-4293-A6BA-D30DBB8AF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81C54817-1983-48BB-A3B6-038B639F0BA4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FBB8E504-E66D-4B4A-A8C0-C675F552ACC8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16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87A50C16-E8FA-4603-9EE6-120A3FC0F4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E9BBD861-0154-44A9-871C-6955D44F6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135E130D-8381-473E-8636-FE564C3142C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D70CFE06-A4EF-4FC7-A716-34D4FB5B99B3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17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DC204E69-E78F-4D1C-9704-72671A0F8F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EAF8567E-5255-48C0-A3FB-C517B56F4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6" name="灯片编号占位符 3">
            <a:extLst>
              <a:ext uri="{FF2B5EF4-FFF2-40B4-BE49-F238E27FC236}">
                <a16:creationId xmlns:a16="http://schemas.microsoft.com/office/drawing/2014/main" id="{A7400035-93B7-41D9-B601-C8C80D18EB9E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04B1C07E-2327-4CE8-A66B-39A0A93633A6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18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>
            <a:extLst>
              <a:ext uri="{FF2B5EF4-FFF2-40B4-BE49-F238E27FC236}">
                <a16:creationId xmlns:a16="http://schemas.microsoft.com/office/drawing/2014/main" id="{D22AFAE4-613E-417D-BC76-A4667185F4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>
            <a:extLst>
              <a:ext uri="{FF2B5EF4-FFF2-40B4-BE49-F238E27FC236}">
                <a16:creationId xmlns:a16="http://schemas.microsoft.com/office/drawing/2014/main" id="{1D9BFC37-B736-43C9-A5B1-7464A5A60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灯片编号占位符 3">
            <a:extLst>
              <a:ext uri="{FF2B5EF4-FFF2-40B4-BE49-F238E27FC236}">
                <a16:creationId xmlns:a16="http://schemas.microsoft.com/office/drawing/2014/main" id="{B661A17B-9511-44AE-A6ED-734A530487C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6B728082-7BD6-40AC-8B12-951D8254935D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19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B8C6C460-B558-4DF6-838A-C44A3E1C41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4CBF7085-686E-4AB7-949B-21FCCDAD4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82FC3BCB-46A4-43CA-A535-7B275C7A896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C144F83F-E175-4624-A443-B0E9F7ED5266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20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>
            <a:extLst>
              <a:ext uri="{FF2B5EF4-FFF2-40B4-BE49-F238E27FC236}">
                <a16:creationId xmlns:a16="http://schemas.microsoft.com/office/drawing/2014/main" id="{ED12010F-257F-4CAD-B3A2-BB17F259A3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>
            <a:extLst>
              <a:ext uri="{FF2B5EF4-FFF2-40B4-BE49-F238E27FC236}">
                <a16:creationId xmlns:a16="http://schemas.microsoft.com/office/drawing/2014/main" id="{D85C7FD2-8598-4D1A-9DE5-C9F1E8255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4835C4A6-44C4-4790-A2F4-EB674F25994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B5994CEC-4D95-4391-A62A-98B6C9E3A542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21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47A7D0E9-1915-4311-80F9-863370CB3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6F1DFDDE-BFB5-4D21-B8FC-25DEBD281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651F6A06-A883-48D7-B3D5-B78C9C82812C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2A5BA439-7EF2-4C86-8C6D-2CB5E364ED57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22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AB994BED-FC77-4C10-AF1E-D15A85A017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A767F28E-6CDD-41FC-968D-30A574E8C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2135B055-D63A-4FB5-B66B-DDD85D9F107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FE5B807D-960E-49F6-86DA-36D2EE16E97A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23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6904AFBF-82F2-447F-AA66-D0C1333B6B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17E2FC99-9A30-4EFE-8E88-78E94893B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DF198956-C4C6-490B-88FE-C6E2DB557E24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2153F9D9-782B-4E63-8C90-B148CD236EFF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24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DBA94A69-5CFD-4FE1-8805-CA9544E3CF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6712E308-800D-4302-8FB3-887EBF1C5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4D867DFE-64F4-4AE7-AF04-26F2B9AFF29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DF3318B-A048-457D-8854-AD6EB8A5BC83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25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>
            <a:extLst>
              <a:ext uri="{FF2B5EF4-FFF2-40B4-BE49-F238E27FC236}">
                <a16:creationId xmlns:a16="http://schemas.microsoft.com/office/drawing/2014/main" id="{517A3FD1-08F8-48F3-949E-CC69216787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备注占位符 2">
            <a:extLst>
              <a:ext uri="{FF2B5EF4-FFF2-40B4-BE49-F238E27FC236}">
                <a16:creationId xmlns:a16="http://schemas.microsoft.com/office/drawing/2014/main" id="{76597BFE-D259-4C95-9F87-F5F3326C0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0" name="灯片编号占位符 3">
            <a:extLst>
              <a:ext uri="{FF2B5EF4-FFF2-40B4-BE49-F238E27FC236}">
                <a16:creationId xmlns:a16="http://schemas.microsoft.com/office/drawing/2014/main" id="{E01A284F-04EC-4E42-BB23-541622001C7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F152A99-3261-414E-938C-56C7BAD7BD18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26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>
            <a:extLst>
              <a:ext uri="{FF2B5EF4-FFF2-40B4-BE49-F238E27FC236}">
                <a16:creationId xmlns:a16="http://schemas.microsoft.com/office/drawing/2014/main" id="{4FBBC970-A27A-4BF3-BC4B-A3A806861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>
            <a:extLst>
              <a:ext uri="{FF2B5EF4-FFF2-40B4-BE49-F238E27FC236}">
                <a16:creationId xmlns:a16="http://schemas.microsoft.com/office/drawing/2014/main" id="{667C13AC-88EA-4C89-A1AA-17FC4FA9E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" name="灯片编号占位符 3">
            <a:extLst>
              <a:ext uri="{FF2B5EF4-FFF2-40B4-BE49-F238E27FC236}">
                <a16:creationId xmlns:a16="http://schemas.microsoft.com/office/drawing/2014/main" id="{FA90DC11-756E-4445-814F-E70612C71CE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24FF516A-5C13-4A3C-B935-E3B63B8ADAC5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27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>
            <a:extLst>
              <a:ext uri="{FF2B5EF4-FFF2-40B4-BE49-F238E27FC236}">
                <a16:creationId xmlns:a16="http://schemas.microsoft.com/office/drawing/2014/main" id="{40690B61-F47B-4B5B-9AA9-C818F8BD37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>
            <a:extLst>
              <a:ext uri="{FF2B5EF4-FFF2-40B4-BE49-F238E27FC236}">
                <a16:creationId xmlns:a16="http://schemas.microsoft.com/office/drawing/2014/main" id="{0479E693-6298-4B95-8712-F357742AA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6" name="灯片编号占位符 3">
            <a:extLst>
              <a:ext uri="{FF2B5EF4-FFF2-40B4-BE49-F238E27FC236}">
                <a16:creationId xmlns:a16="http://schemas.microsoft.com/office/drawing/2014/main" id="{C2F91FA1-B865-46A8-A319-7E5F0DF7EF5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5229ABA-E3FF-409C-9AD8-373B1BF4335D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28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>
            <a:extLst>
              <a:ext uri="{FF2B5EF4-FFF2-40B4-BE49-F238E27FC236}">
                <a16:creationId xmlns:a16="http://schemas.microsoft.com/office/drawing/2014/main" id="{019840C1-C186-4B2F-9EFD-2197D85C24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>
            <a:extLst>
              <a:ext uri="{FF2B5EF4-FFF2-40B4-BE49-F238E27FC236}">
                <a16:creationId xmlns:a16="http://schemas.microsoft.com/office/drawing/2014/main" id="{474E6FDB-9874-4CD4-A047-61A027F58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4" name="灯片编号占位符 3">
            <a:extLst>
              <a:ext uri="{FF2B5EF4-FFF2-40B4-BE49-F238E27FC236}">
                <a16:creationId xmlns:a16="http://schemas.microsoft.com/office/drawing/2014/main" id="{A43BDC1B-2271-47B2-A997-0228992ACA52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CF9A43F7-D9AE-4671-9AB3-51576A7998F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29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>
            <a:extLst>
              <a:ext uri="{FF2B5EF4-FFF2-40B4-BE49-F238E27FC236}">
                <a16:creationId xmlns:a16="http://schemas.microsoft.com/office/drawing/2014/main" id="{761815D5-F9A2-4246-A642-735F7B0859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>
            <a:extLst>
              <a:ext uri="{FF2B5EF4-FFF2-40B4-BE49-F238E27FC236}">
                <a16:creationId xmlns:a16="http://schemas.microsoft.com/office/drawing/2014/main" id="{BC389E0B-8129-4EF5-86C8-BBD49D456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2" name="灯片编号占位符 3">
            <a:extLst>
              <a:ext uri="{FF2B5EF4-FFF2-40B4-BE49-F238E27FC236}">
                <a16:creationId xmlns:a16="http://schemas.microsoft.com/office/drawing/2014/main" id="{F984CFD6-3459-4C95-9D2C-EF801A606F3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AFAA2AB8-578A-47B8-AAD8-F30B1CCF659A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30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>
            <a:extLst>
              <a:ext uri="{FF2B5EF4-FFF2-40B4-BE49-F238E27FC236}">
                <a16:creationId xmlns:a16="http://schemas.microsoft.com/office/drawing/2014/main" id="{5410C71D-C9D5-4321-A7B2-76FD9FDAD3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备注占位符 2">
            <a:extLst>
              <a:ext uri="{FF2B5EF4-FFF2-40B4-BE49-F238E27FC236}">
                <a16:creationId xmlns:a16="http://schemas.microsoft.com/office/drawing/2014/main" id="{B08C269B-DED9-4805-9150-23A893673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0" name="灯片编号占位符 3">
            <a:extLst>
              <a:ext uri="{FF2B5EF4-FFF2-40B4-BE49-F238E27FC236}">
                <a16:creationId xmlns:a16="http://schemas.microsoft.com/office/drawing/2014/main" id="{3ECA8E39-088F-4F6A-8DA3-84E7AC6A411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EF1A32C4-A5F0-4FD3-87F9-11C1620BCB8B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31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>
            <a:extLst>
              <a:ext uri="{FF2B5EF4-FFF2-40B4-BE49-F238E27FC236}">
                <a16:creationId xmlns:a16="http://schemas.microsoft.com/office/drawing/2014/main" id="{75215D38-F4A8-45E8-9ACC-4A9F27ECC0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备注占位符 2">
            <a:extLst>
              <a:ext uri="{FF2B5EF4-FFF2-40B4-BE49-F238E27FC236}">
                <a16:creationId xmlns:a16="http://schemas.microsoft.com/office/drawing/2014/main" id="{BF22F5B7-ED21-4F3D-AB19-87E81BAB5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8" name="灯片编号占位符 3">
            <a:extLst>
              <a:ext uri="{FF2B5EF4-FFF2-40B4-BE49-F238E27FC236}">
                <a16:creationId xmlns:a16="http://schemas.microsoft.com/office/drawing/2014/main" id="{95986B11-627E-41F6-83DE-8076B5BEAFA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AF13C6D-07EC-434B-ADA1-04961891301B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32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>
            <a:extLst>
              <a:ext uri="{FF2B5EF4-FFF2-40B4-BE49-F238E27FC236}">
                <a16:creationId xmlns:a16="http://schemas.microsoft.com/office/drawing/2014/main" id="{7ADAAACB-8B03-4C30-9508-6994D30872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备注占位符 2">
            <a:extLst>
              <a:ext uri="{FF2B5EF4-FFF2-40B4-BE49-F238E27FC236}">
                <a16:creationId xmlns:a16="http://schemas.microsoft.com/office/drawing/2014/main" id="{7BC53E44-1B5C-4148-8324-8166802D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6" name="灯片编号占位符 3">
            <a:extLst>
              <a:ext uri="{FF2B5EF4-FFF2-40B4-BE49-F238E27FC236}">
                <a16:creationId xmlns:a16="http://schemas.microsoft.com/office/drawing/2014/main" id="{BB4C4D06-49CC-4A3E-8B38-CCF8260F3AEE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9D5227F-EA5E-469B-8C4B-C1920B230399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33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>
            <a:extLst>
              <a:ext uri="{FF2B5EF4-FFF2-40B4-BE49-F238E27FC236}">
                <a16:creationId xmlns:a16="http://schemas.microsoft.com/office/drawing/2014/main" id="{A1C55380-F5F1-4B98-BC87-2521C2E3E6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>
            <a:extLst>
              <a:ext uri="{FF2B5EF4-FFF2-40B4-BE49-F238E27FC236}">
                <a16:creationId xmlns:a16="http://schemas.microsoft.com/office/drawing/2014/main" id="{16869C02-46B4-4D81-A582-5A3DB622C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灯片编号占位符 3">
            <a:extLst>
              <a:ext uri="{FF2B5EF4-FFF2-40B4-BE49-F238E27FC236}">
                <a16:creationId xmlns:a16="http://schemas.microsoft.com/office/drawing/2014/main" id="{01E9FC6C-CE31-4EA7-B90D-6EDEC6E9D69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FF8CDA0A-49DE-468E-813C-FC47094CF4E7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34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>
            <a:extLst>
              <a:ext uri="{FF2B5EF4-FFF2-40B4-BE49-F238E27FC236}">
                <a16:creationId xmlns:a16="http://schemas.microsoft.com/office/drawing/2014/main" id="{48B480D2-88E3-4C23-92AD-C1F050FCCC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备注占位符 2">
            <a:extLst>
              <a:ext uri="{FF2B5EF4-FFF2-40B4-BE49-F238E27FC236}">
                <a16:creationId xmlns:a16="http://schemas.microsoft.com/office/drawing/2014/main" id="{528AC2DA-1999-42E2-9709-15442D82D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2" name="灯片编号占位符 3">
            <a:extLst>
              <a:ext uri="{FF2B5EF4-FFF2-40B4-BE49-F238E27FC236}">
                <a16:creationId xmlns:a16="http://schemas.microsoft.com/office/drawing/2014/main" id="{D28B1E20-95E5-403A-B1A0-776F782035F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A12560E-5BEC-4F06-86D8-D2FB620A35A7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35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>
            <a:extLst>
              <a:ext uri="{FF2B5EF4-FFF2-40B4-BE49-F238E27FC236}">
                <a16:creationId xmlns:a16="http://schemas.microsoft.com/office/drawing/2014/main" id="{40A394D0-9791-4DF8-A6EF-72843727D2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备注占位符 2">
            <a:extLst>
              <a:ext uri="{FF2B5EF4-FFF2-40B4-BE49-F238E27FC236}">
                <a16:creationId xmlns:a16="http://schemas.microsoft.com/office/drawing/2014/main" id="{845FD3C0-1880-4DCB-BFEA-D0D7D7A87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0" name="灯片编号占位符 3">
            <a:extLst>
              <a:ext uri="{FF2B5EF4-FFF2-40B4-BE49-F238E27FC236}">
                <a16:creationId xmlns:a16="http://schemas.microsoft.com/office/drawing/2014/main" id="{E5AA138E-C0CB-4512-BC5E-41BF8F9550C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6D5E75D6-CE29-4D37-8215-51728524356B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36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>
            <a:extLst>
              <a:ext uri="{FF2B5EF4-FFF2-40B4-BE49-F238E27FC236}">
                <a16:creationId xmlns:a16="http://schemas.microsoft.com/office/drawing/2014/main" id="{CF797C4E-19C6-4694-8AD6-4B75CE6D9A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备注占位符 2">
            <a:extLst>
              <a:ext uri="{FF2B5EF4-FFF2-40B4-BE49-F238E27FC236}">
                <a16:creationId xmlns:a16="http://schemas.microsoft.com/office/drawing/2014/main" id="{BDBDD8EE-F814-42B2-A851-1F198BF31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08" name="灯片编号占位符 3">
            <a:extLst>
              <a:ext uri="{FF2B5EF4-FFF2-40B4-BE49-F238E27FC236}">
                <a16:creationId xmlns:a16="http://schemas.microsoft.com/office/drawing/2014/main" id="{2BEE7328-2663-41EB-954E-9EA2B01CFF26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A4551F6D-CB24-4E09-8BE5-CF0E570EE374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37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>
            <a:extLst>
              <a:ext uri="{FF2B5EF4-FFF2-40B4-BE49-F238E27FC236}">
                <a16:creationId xmlns:a16="http://schemas.microsoft.com/office/drawing/2014/main" id="{95FCBAA1-8797-4204-964F-D000DC62B0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备注占位符 2">
            <a:extLst>
              <a:ext uri="{FF2B5EF4-FFF2-40B4-BE49-F238E27FC236}">
                <a16:creationId xmlns:a16="http://schemas.microsoft.com/office/drawing/2014/main" id="{DB882C2C-505C-4BB6-AC9D-0D1E28351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56" name="灯片编号占位符 3">
            <a:extLst>
              <a:ext uri="{FF2B5EF4-FFF2-40B4-BE49-F238E27FC236}">
                <a16:creationId xmlns:a16="http://schemas.microsoft.com/office/drawing/2014/main" id="{0754F0A3-DA06-45F0-86C8-1C584662F98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6D8E9F8-3F55-419A-A2A8-A445EF969FE6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38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>
            <a:extLst>
              <a:ext uri="{FF2B5EF4-FFF2-40B4-BE49-F238E27FC236}">
                <a16:creationId xmlns:a16="http://schemas.microsoft.com/office/drawing/2014/main" id="{76260EFA-1F83-4FB1-B29D-063C9FBF49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备注占位符 2">
            <a:extLst>
              <a:ext uri="{FF2B5EF4-FFF2-40B4-BE49-F238E27FC236}">
                <a16:creationId xmlns:a16="http://schemas.microsoft.com/office/drawing/2014/main" id="{3AD3BC6C-D2C3-4A28-B5BE-C9932D44C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04" name="灯片编号占位符 3">
            <a:extLst>
              <a:ext uri="{FF2B5EF4-FFF2-40B4-BE49-F238E27FC236}">
                <a16:creationId xmlns:a16="http://schemas.microsoft.com/office/drawing/2014/main" id="{15A4BD20-CED8-4579-BA92-8B2CE87DC30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A62CD415-6012-4C33-9159-70CCC030391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39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51D4D704-5916-4C1C-B9D5-42954BE023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400D9DEC-6B5E-45BB-8659-D28E60F74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9B108EED-F6D8-41D1-B29A-980B365D968E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FAA44247-EEF3-44CF-A903-DB171BF3C6F2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40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>
            <a:extLst>
              <a:ext uri="{FF2B5EF4-FFF2-40B4-BE49-F238E27FC236}">
                <a16:creationId xmlns:a16="http://schemas.microsoft.com/office/drawing/2014/main" id="{840E1B4B-D0A7-4193-BC06-2A865584B7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备注占位符 2">
            <a:extLst>
              <a:ext uri="{FF2B5EF4-FFF2-40B4-BE49-F238E27FC236}">
                <a16:creationId xmlns:a16="http://schemas.microsoft.com/office/drawing/2014/main" id="{2E85EA47-A1BE-47A8-9997-249473889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0" name="灯片编号占位符 3">
            <a:extLst>
              <a:ext uri="{FF2B5EF4-FFF2-40B4-BE49-F238E27FC236}">
                <a16:creationId xmlns:a16="http://schemas.microsoft.com/office/drawing/2014/main" id="{6C018EB8-AE06-463C-A8F8-9C07D93264E6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DDD2ABEE-652F-4003-81C2-F99DFC8120E9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41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>
            <a:extLst>
              <a:ext uri="{FF2B5EF4-FFF2-40B4-BE49-F238E27FC236}">
                <a16:creationId xmlns:a16="http://schemas.microsoft.com/office/drawing/2014/main" id="{43CE149E-F871-4C80-BDEC-F8F809C08C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备注占位符 2">
            <a:extLst>
              <a:ext uri="{FF2B5EF4-FFF2-40B4-BE49-F238E27FC236}">
                <a16:creationId xmlns:a16="http://schemas.microsoft.com/office/drawing/2014/main" id="{26FE235F-54A9-4469-A221-8D91C54C4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48" name="灯片编号占位符 3">
            <a:extLst>
              <a:ext uri="{FF2B5EF4-FFF2-40B4-BE49-F238E27FC236}">
                <a16:creationId xmlns:a16="http://schemas.microsoft.com/office/drawing/2014/main" id="{7E31C66E-17BB-49D5-AB2C-F720FBA28E2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4F0C4B5A-047F-4793-9AED-5598CD543BBA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42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>
            <a:extLst>
              <a:ext uri="{FF2B5EF4-FFF2-40B4-BE49-F238E27FC236}">
                <a16:creationId xmlns:a16="http://schemas.microsoft.com/office/drawing/2014/main" id="{6C104376-449A-4A75-8581-F9FCFFA9B5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备注占位符 2">
            <a:extLst>
              <a:ext uri="{FF2B5EF4-FFF2-40B4-BE49-F238E27FC236}">
                <a16:creationId xmlns:a16="http://schemas.microsoft.com/office/drawing/2014/main" id="{2E09014B-E919-4378-8D49-D35C3793F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6" name="灯片编号占位符 3">
            <a:extLst>
              <a:ext uri="{FF2B5EF4-FFF2-40B4-BE49-F238E27FC236}">
                <a16:creationId xmlns:a16="http://schemas.microsoft.com/office/drawing/2014/main" id="{3A628754-2E1F-4583-ABDF-7D01AA4E444F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36A63599-2E88-40C4-A255-6BBC12AADD63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43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>
            <a:extLst>
              <a:ext uri="{FF2B5EF4-FFF2-40B4-BE49-F238E27FC236}">
                <a16:creationId xmlns:a16="http://schemas.microsoft.com/office/drawing/2014/main" id="{C676EB60-9A4F-4D39-B5DB-62CD1D07F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备注占位符 2">
            <a:extLst>
              <a:ext uri="{FF2B5EF4-FFF2-40B4-BE49-F238E27FC236}">
                <a16:creationId xmlns:a16="http://schemas.microsoft.com/office/drawing/2014/main" id="{C5FE6825-35B6-495A-8190-967871AA9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4" name="灯片编号占位符 3">
            <a:extLst>
              <a:ext uri="{FF2B5EF4-FFF2-40B4-BE49-F238E27FC236}">
                <a16:creationId xmlns:a16="http://schemas.microsoft.com/office/drawing/2014/main" id="{99BBAA70-EAB6-44A0-B48B-6AFAB053E8C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2ED7602F-B046-471D-ACE3-01C5B084164A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44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>
            <a:extLst>
              <a:ext uri="{FF2B5EF4-FFF2-40B4-BE49-F238E27FC236}">
                <a16:creationId xmlns:a16="http://schemas.microsoft.com/office/drawing/2014/main" id="{C85F49A2-3DD9-44FA-99DB-FD6E594123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备注占位符 2">
            <a:extLst>
              <a:ext uri="{FF2B5EF4-FFF2-40B4-BE49-F238E27FC236}">
                <a16:creationId xmlns:a16="http://schemas.microsoft.com/office/drawing/2014/main" id="{C8C43BEE-EF8A-49BC-A1B3-E4DF52883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2" name="灯片编号占位符 3">
            <a:extLst>
              <a:ext uri="{FF2B5EF4-FFF2-40B4-BE49-F238E27FC236}">
                <a16:creationId xmlns:a16="http://schemas.microsoft.com/office/drawing/2014/main" id="{675BD3EF-DA91-4D44-B047-C574F9837CE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EA30845-6308-4D0D-8F28-3461E1FC0AFA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45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>
            <a:extLst>
              <a:ext uri="{FF2B5EF4-FFF2-40B4-BE49-F238E27FC236}">
                <a16:creationId xmlns:a16="http://schemas.microsoft.com/office/drawing/2014/main" id="{21F8A558-BA16-4F42-8F8C-173EEB91D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备注占位符 2">
            <a:extLst>
              <a:ext uri="{FF2B5EF4-FFF2-40B4-BE49-F238E27FC236}">
                <a16:creationId xmlns:a16="http://schemas.microsoft.com/office/drawing/2014/main" id="{64A0D9D7-DD2F-4B5F-8661-CC08F3C8F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40" name="灯片编号占位符 3">
            <a:extLst>
              <a:ext uri="{FF2B5EF4-FFF2-40B4-BE49-F238E27FC236}">
                <a16:creationId xmlns:a16="http://schemas.microsoft.com/office/drawing/2014/main" id="{699CAEAC-1656-42B9-8729-B5748EE1BE70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DC1D1A7D-E94C-4F05-8009-0FD023202D03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46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>
            <a:extLst>
              <a:ext uri="{FF2B5EF4-FFF2-40B4-BE49-F238E27FC236}">
                <a16:creationId xmlns:a16="http://schemas.microsoft.com/office/drawing/2014/main" id="{D95C85A0-1636-4DB8-8FC6-6B2D4B3F39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备注占位符 2">
            <a:extLst>
              <a:ext uri="{FF2B5EF4-FFF2-40B4-BE49-F238E27FC236}">
                <a16:creationId xmlns:a16="http://schemas.microsoft.com/office/drawing/2014/main" id="{53B04DB0-FB91-4A79-80BD-2826AB883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88" name="灯片编号占位符 3">
            <a:extLst>
              <a:ext uri="{FF2B5EF4-FFF2-40B4-BE49-F238E27FC236}">
                <a16:creationId xmlns:a16="http://schemas.microsoft.com/office/drawing/2014/main" id="{28521EBA-6E76-4996-933C-36128B46F8EC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0B3F5B57-89A0-4FA3-81AB-00236A74FD87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47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>
            <a:extLst>
              <a:ext uri="{FF2B5EF4-FFF2-40B4-BE49-F238E27FC236}">
                <a16:creationId xmlns:a16="http://schemas.microsoft.com/office/drawing/2014/main" id="{C0FAA1B6-95C7-4F0C-A28E-2DA91587CB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备注占位符 2">
            <a:extLst>
              <a:ext uri="{FF2B5EF4-FFF2-40B4-BE49-F238E27FC236}">
                <a16:creationId xmlns:a16="http://schemas.microsoft.com/office/drawing/2014/main" id="{1D5141C6-A890-4806-B714-9CAFFF280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6" name="灯片编号占位符 3">
            <a:extLst>
              <a:ext uri="{FF2B5EF4-FFF2-40B4-BE49-F238E27FC236}">
                <a16:creationId xmlns:a16="http://schemas.microsoft.com/office/drawing/2014/main" id="{29455E8F-A328-4C29-A0A1-E1934024F6B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879E1C0-4578-4576-8076-449B30CF0E3A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48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>
            <a:extLst>
              <a:ext uri="{FF2B5EF4-FFF2-40B4-BE49-F238E27FC236}">
                <a16:creationId xmlns:a16="http://schemas.microsoft.com/office/drawing/2014/main" id="{4E24DC7F-5204-4266-92EF-A63BB5B5CB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备注占位符 2">
            <a:extLst>
              <a:ext uri="{FF2B5EF4-FFF2-40B4-BE49-F238E27FC236}">
                <a16:creationId xmlns:a16="http://schemas.microsoft.com/office/drawing/2014/main" id="{16EAECB6-BD82-493D-AF24-9E7A5C7F7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84" name="灯片编号占位符 3">
            <a:extLst>
              <a:ext uri="{FF2B5EF4-FFF2-40B4-BE49-F238E27FC236}">
                <a16:creationId xmlns:a16="http://schemas.microsoft.com/office/drawing/2014/main" id="{11687A98-4FDB-4999-BD4B-9A76C5CD8955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29AFA83C-A0F7-44BD-A9DB-17A0BC395C81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49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幻灯片图像占位符 1">
            <a:extLst>
              <a:ext uri="{FF2B5EF4-FFF2-40B4-BE49-F238E27FC236}">
                <a16:creationId xmlns:a16="http://schemas.microsoft.com/office/drawing/2014/main" id="{5DA5A89E-53FA-4989-88E7-815F0850E4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备注占位符 2">
            <a:extLst>
              <a:ext uri="{FF2B5EF4-FFF2-40B4-BE49-F238E27FC236}">
                <a16:creationId xmlns:a16="http://schemas.microsoft.com/office/drawing/2014/main" id="{FD5A5CC6-8AEE-4753-BDB5-1C13AA867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2" name="灯片编号占位符 3">
            <a:extLst>
              <a:ext uri="{FF2B5EF4-FFF2-40B4-BE49-F238E27FC236}">
                <a16:creationId xmlns:a16="http://schemas.microsoft.com/office/drawing/2014/main" id="{9B5CF9CE-CC28-4E85-B6C9-1A97835418B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CD27A10F-3E82-4F43-AA8D-2DE24116E114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50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>
            <a:extLst>
              <a:ext uri="{FF2B5EF4-FFF2-40B4-BE49-F238E27FC236}">
                <a16:creationId xmlns:a16="http://schemas.microsoft.com/office/drawing/2014/main" id="{6F3FC976-5686-4E6D-9369-B44289E961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备注占位符 2">
            <a:extLst>
              <a:ext uri="{FF2B5EF4-FFF2-40B4-BE49-F238E27FC236}">
                <a16:creationId xmlns:a16="http://schemas.microsoft.com/office/drawing/2014/main" id="{A39E9F2F-DD2C-4946-B540-1FF5C9212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80" name="灯片编号占位符 3">
            <a:extLst>
              <a:ext uri="{FF2B5EF4-FFF2-40B4-BE49-F238E27FC236}">
                <a16:creationId xmlns:a16="http://schemas.microsoft.com/office/drawing/2014/main" id="{73A3AF90-8828-41E4-AB3F-12672DECBE4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A9842157-6B19-438B-A792-1432E8AB1A2D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51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幻灯片图像占位符 1">
            <a:extLst>
              <a:ext uri="{FF2B5EF4-FFF2-40B4-BE49-F238E27FC236}">
                <a16:creationId xmlns:a16="http://schemas.microsoft.com/office/drawing/2014/main" id="{9999B843-D84E-492D-BDB9-7ED4415C09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备注占位符 2">
            <a:extLst>
              <a:ext uri="{FF2B5EF4-FFF2-40B4-BE49-F238E27FC236}">
                <a16:creationId xmlns:a16="http://schemas.microsoft.com/office/drawing/2014/main" id="{5102DF44-7AC3-49D9-9A7D-F0E553585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28" name="灯片编号占位符 3">
            <a:extLst>
              <a:ext uri="{FF2B5EF4-FFF2-40B4-BE49-F238E27FC236}">
                <a16:creationId xmlns:a16="http://schemas.microsoft.com/office/drawing/2014/main" id="{8286E900-1435-497B-8A9D-9376A60B1E1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89BB5CF-9E29-4068-BA1F-CDBC06DE3D87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52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>
            <a:extLst>
              <a:ext uri="{FF2B5EF4-FFF2-40B4-BE49-F238E27FC236}">
                <a16:creationId xmlns:a16="http://schemas.microsoft.com/office/drawing/2014/main" id="{D579266B-845E-4B35-924F-7BA0228D85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备注占位符 2">
            <a:extLst>
              <a:ext uri="{FF2B5EF4-FFF2-40B4-BE49-F238E27FC236}">
                <a16:creationId xmlns:a16="http://schemas.microsoft.com/office/drawing/2014/main" id="{0E8700E6-87E4-4354-8813-3EFDC77B6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76" name="灯片编号占位符 3">
            <a:extLst>
              <a:ext uri="{FF2B5EF4-FFF2-40B4-BE49-F238E27FC236}">
                <a16:creationId xmlns:a16="http://schemas.microsoft.com/office/drawing/2014/main" id="{F7631A72-A279-4A95-8F58-08E60C794AA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3DD736F3-62FD-41C8-9142-92FDA11D48B5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53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幻灯片图像占位符 1">
            <a:extLst>
              <a:ext uri="{FF2B5EF4-FFF2-40B4-BE49-F238E27FC236}">
                <a16:creationId xmlns:a16="http://schemas.microsoft.com/office/drawing/2014/main" id="{7F133056-86D9-46CA-983C-9651F65F7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备注占位符 2">
            <a:extLst>
              <a:ext uri="{FF2B5EF4-FFF2-40B4-BE49-F238E27FC236}">
                <a16:creationId xmlns:a16="http://schemas.microsoft.com/office/drawing/2014/main" id="{89872085-D2D8-49AE-97DB-28DF7CBA4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4" name="灯片编号占位符 3">
            <a:extLst>
              <a:ext uri="{FF2B5EF4-FFF2-40B4-BE49-F238E27FC236}">
                <a16:creationId xmlns:a16="http://schemas.microsoft.com/office/drawing/2014/main" id="{F4CA9108-98A3-4697-8792-65386488AD9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3FEF3F87-E904-4B7C-B7B9-56028924088B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54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>
            <a:extLst>
              <a:ext uri="{FF2B5EF4-FFF2-40B4-BE49-F238E27FC236}">
                <a16:creationId xmlns:a16="http://schemas.microsoft.com/office/drawing/2014/main" id="{9E7B82EE-9519-4062-8D9F-022D44DE6D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备注占位符 2">
            <a:extLst>
              <a:ext uri="{FF2B5EF4-FFF2-40B4-BE49-F238E27FC236}">
                <a16:creationId xmlns:a16="http://schemas.microsoft.com/office/drawing/2014/main" id="{C10473FC-1648-4806-903D-E33056537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72" name="灯片编号占位符 3">
            <a:extLst>
              <a:ext uri="{FF2B5EF4-FFF2-40B4-BE49-F238E27FC236}">
                <a16:creationId xmlns:a16="http://schemas.microsoft.com/office/drawing/2014/main" id="{47B6AFA4-98E8-4B48-98CE-D6AD710FD6E0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02FC4FDA-ABF9-41CE-923C-2DD13069EF91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55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幻灯片图像占位符 1">
            <a:extLst>
              <a:ext uri="{FF2B5EF4-FFF2-40B4-BE49-F238E27FC236}">
                <a16:creationId xmlns:a16="http://schemas.microsoft.com/office/drawing/2014/main" id="{2156C1BC-9E6B-45C8-8949-2B9FB25DAF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备注占位符 2">
            <a:extLst>
              <a:ext uri="{FF2B5EF4-FFF2-40B4-BE49-F238E27FC236}">
                <a16:creationId xmlns:a16="http://schemas.microsoft.com/office/drawing/2014/main" id="{CAB46BCC-71C3-4691-B1D5-D1A028892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0" name="灯片编号占位符 3">
            <a:extLst>
              <a:ext uri="{FF2B5EF4-FFF2-40B4-BE49-F238E27FC236}">
                <a16:creationId xmlns:a16="http://schemas.microsoft.com/office/drawing/2014/main" id="{B9B00455-A9E5-4061-9C66-F28D156B1416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BBC06E45-4E07-40DD-9D08-2E9F26C2F42B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56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>
            <a:extLst>
              <a:ext uri="{FF2B5EF4-FFF2-40B4-BE49-F238E27FC236}">
                <a16:creationId xmlns:a16="http://schemas.microsoft.com/office/drawing/2014/main" id="{3D8F8DA9-B859-4D2A-B65B-4A8B6A790A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备注占位符 2">
            <a:extLst>
              <a:ext uri="{FF2B5EF4-FFF2-40B4-BE49-F238E27FC236}">
                <a16:creationId xmlns:a16="http://schemas.microsoft.com/office/drawing/2014/main" id="{251A108C-9568-4DA2-AD5B-DFE44C99F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68" name="灯片编号占位符 3">
            <a:extLst>
              <a:ext uri="{FF2B5EF4-FFF2-40B4-BE49-F238E27FC236}">
                <a16:creationId xmlns:a16="http://schemas.microsoft.com/office/drawing/2014/main" id="{830A8C54-9DA9-400A-9688-2B6DC1BD1EC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0BAE0C34-0AA3-4F86-BBB9-7E018A1CFD40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57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幻灯片图像占位符 1">
            <a:extLst>
              <a:ext uri="{FF2B5EF4-FFF2-40B4-BE49-F238E27FC236}">
                <a16:creationId xmlns:a16="http://schemas.microsoft.com/office/drawing/2014/main" id="{2B474917-AC45-42C8-98CF-6223DDADE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备注占位符 2">
            <a:extLst>
              <a:ext uri="{FF2B5EF4-FFF2-40B4-BE49-F238E27FC236}">
                <a16:creationId xmlns:a16="http://schemas.microsoft.com/office/drawing/2014/main" id="{17BFFC6E-858F-48E4-9211-48CEE4682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16" name="灯片编号占位符 3">
            <a:extLst>
              <a:ext uri="{FF2B5EF4-FFF2-40B4-BE49-F238E27FC236}">
                <a16:creationId xmlns:a16="http://schemas.microsoft.com/office/drawing/2014/main" id="{1A5A19E7-D6B3-459D-9EDC-6D908D7A3D8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471F26B3-4D19-4929-B666-361FA331B205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58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>
            <a:extLst>
              <a:ext uri="{FF2B5EF4-FFF2-40B4-BE49-F238E27FC236}">
                <a16:creationId xmlns:a16="http://schemas.microsoft.com/office/drawing/2014/main" id="{B75DEEC0-EE3C-4931-A036-0320F5202E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备注占位符 2">
            <a:extLst>
              <a:ext uri="{FF2B5EF4-FFF2-40B4-BE49-F238E27FC236}">
                <a16:creationId xmlns:a16="http://schemas.microsoft.com/office/drawing/2014/main" id="{22D74AA9-446F-495B-9BB3-996F8161A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64" name="灯片编号占位符 3">
            <a:extLst>
              <a:ext uri="{FF2B5EF4-FFF2-40B4-BE49-F238E27FC236}">
                <a16:creationId xmlns:a16="http://schemas.microsoft.com/office/drawing/2014/main" id="{19B508BA-1218-453F-9739-C43421AFA28A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5CC042D-7E01-4689-9C1D-826068E7062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59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>
            <a:extLst>
              <a:ext uri="{FF2B5EF4-FFF2-40B4-BE49-F238E27FC236}">
                <a16:creationId xmlns:a16="http://schemas.microsoft.com/office/drawing/2014/main" id="{32E001B1-4E4C-4DD2-8445-2B44B6E886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备注占位符 2">
            <a:extLst>
              <a:ext uri="{FF2B5EF4-FFF2-40B4-BE49-F238E27FC236}">
                <a16:creationId xmlns:a16="http://schemas.microsoft.com/office/drawing/2014/main" id="{4974D4E1-871F-4CEE-85CD-02B7A3D42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2" name="灯片编号占位符 3">
            <a:extLst>
              <a:ext uri="{FF2B5EF4-FFF2-40B4-BE49-F238E27FC236}">
                <a16:creationId xmlns:a16="http://schemas.microsoft.com/office/drawing/2014/main" id="{5C71014A-ACE4-4CE5-BD23-9DF9E9D4E682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DC71B77B-F73F-4ED2-8E7B-A11E82F4A72F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60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幻灯片图像占位符 1">
            <a:extLst>
              <a:ext uri="{FF2B5EF4-FFF2-40B4-BE49-F238E27FC236}">
                <a16:creationId xmlns:a16="http://schemas.microsoft.com/office/drawing/2014/main" id="{6B1C6DE0-B126-42FD-A7F1-88F97765C0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备注占位符 2">
            <a:extLst>
              <a:ext uri="{FF2B5EF4-FFF2-40B4-BE49-F238E27FC236}">
                <a16:creationId xmlns:a16="http://schemas.microsoft.com/office/drawing/2014/main" id="{DA210E35-649E-46F9-AC9A-2A45A8F51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0" name="灯片编号占位符 3">
            <a:extLst>
              <a:ext uri="{FF2B5EF4-FFF2-40B4-BE49-F238E27FC236}">
                <a16:creationId xmlns:a16="http://schemas.microsoft.com/office/drawing/2014/main" id="{783CF937-2E75-42C3-9A8F-0B22B054200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A1A66C91-B8E3-4898-9CDC-EC95CA266B4C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61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幻灯片图像占位符 1">
            <a:extLst>
              <a:ext uri="{FF2B5EF4-FFF2-40B4-BE49-F238E27FC236}">
                <a16:creationId xmlns:a16="http://schemas.microsoft.com/office/drawing/2014/main" id="{4AC3FA92-3751-4BD3-A893-4513458D82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备注占位符 2">
            <a:extLst>
              <a:ext uri="{FF2B5EF4-FFF2-40B4-BE49-F238E27FC236}">
                <a16:creationId xmlns:a16="http://schemas.microsoft.com/office/drawing/2014/main" id="{D4F03D01-16D8-4DFA-9B01-5BF2348F3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08" name="灯片编号占位符 3">
            <a:extLst>
              <a:ext uri="{FF2B5EF4-FFF2-40B4-BE49-F238E27FC236}">
                <a16:creationId xmlns:a16="http://schemas.microsoft.com/office/drawing/2014/main" id="{AF535721-A5AF-42C4-BF1B-B3B6D694D42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E08225EA-48A0-4F01-B87B-937E19C08CF9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62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幻灯片图像占位符 1">
            <a:extLst>
              <a:ext uri="{FF2B5EF4-FFF2-40B4-BE49-F238E27FC236}">
                <a16:creationId xmlns:a16="http://schemas.microsoft.com/office/drawing/2014/main" id="{BA21ED66-4E38-44A0-B150-B93DAAEB2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备注占位符 2">
            <a:extLst>
              <a:ext uri="{FF2B5EF4-FFF2-40B4-BE49-F238E27FC236}">
                <a16:creationId xmlns:a16="http://schemas.microsoft.com/office/drawing/2014/main" id="{3346C422-5A81-42F0-B072-C62289962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56" name="灯片编号占位符 3">
            <a:extLst>
              <a:ext uri="{FF2B5EF4-FFF2-40B4-BE49-F238E27FC236}">
                <a16:creationId xmlns:a16="http://schemas.microsoft.com/office/drawing/2014/main" id="{D24EBCF6-069A-4B52-9DE9-8D469D9B2572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C6CF0F7D-006D-4F7A-B8C7-3DCF343A1BA8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63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幻灯片图像占位符 1">
            <a:extLst>
              <a:ext uri="{FF2B5EF4-FFF2-40B4-BE49-F238E27FC236}">
                <a16:creationId xmlns:a16="http://schemas.microsoft.com/office/drawing/2014/main" id="{B46178E8-7066-4FE9-9147-F6D40D4F8B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备注占位符 2">
            <a:extLst>
              <a:ext uri="{FF2B5EF4-FFF2-40B4-BE49-F238E27FC236}">
                <a16:creationId xmlns:a16="http://schemas.microsoft.com/office/drawing/2014/main" id="{0F371A71-8B95-4D4B-BFAC-D567B3395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04" name="灯片编号占位符 3">
            <a:extLst>
              <a:ext uri="{FF2B5EF4-FFF2-40B4-BE49-F238E27FC236}">
                <a16:creationId xmlns:a16="http://schemas.microsoft.com/office/drawing/2014/main" id="{341CDD25-E868-4B01-8BD6-906B3EEF7423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4BFD8096-B448-42FB-8937-C473C115A2AF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64</a:t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FD929EF0-FDB2-4A16-A7C4-E84DD349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97C6-A34A-410D-AF8F-296122BE3590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B7ADBDEC-6763-42CC-AD9A-97C4187D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C4BBFEEE-6EC4-4A4F-BBA2-F5C44892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68885-444A-4472-BE90-4C018BD895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94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5E51DE0C-76CA-4629-9FD5-981635B3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D01DFA-F1F3-4EEA-9F9B-866D95D0E424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90EDBB1D-B741-4BAF-88DD-400B33399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82E19968-0B36-4066-A419-70B53AD3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4218D-BBC5-468A-ABE7-CE698C76D2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976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6FB86A71-CC67-4362-8C58-50F45606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AE249-3181-4543-A69F-5448C232FF6E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0EA8D880-3842-48EA-A529-09D1C552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6EC2E8FD-1D0D-453A-8BEE-34809393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BFDAD-0FF0-4384-BB94-06CE9989DC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66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61002107-3978-4CE4-B6CB-B968DFC8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E8791-6D3F-44A0-9A09-C9148F02E9C7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2F1BCF65-068C-4155-9618-3ED7CEBB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31689D26-4AB8-404B-A1F5-A2D62BAA7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1E3E7-E8C3-4921-852C-2B95BF5EFE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3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9">
            <a:extLst>
              <a:ext uri="{FF2B5EF4-FFF2-40B4-BE49-F238E27FC236}">
                <a16:creationId xmlns:a16="http://schemas.microsoft.com/office/drawing/2014/main" id="{191663DE-5600-4785-A52C-8B059849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B89B5-C8FE-4546-A5BC-2E1866457F71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8" name="页脚占位符 21">
            <a:extLst>
              <a:ext uri="{FF2B5EF4-FFF2-40B4-BE49-F238E27FC236}">
                <a16:creationId xmlns:a16="http://schemas.microsoft.com/office/drawing/2014/main" id="{84360504-F957-410E-BF00-E85615AE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9" name="灯片编号占位符 17">
            <a:extLst>
              <a:ext uri="{FF2B5EF4-FFF2-40B4-BE49-F238E27FC236}">
                <a16:creationId xmlns:a16="http://schemas.microsoft.com/office/drawing/2014/main" id="{0C230AB1-B332-4A72-9C93-8E5A146D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40D08-2CF7-434D-8481-2556742EF8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7081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9">
            <a:extLst>
              <a:ext uri="{FF2B5EF4-FFF2-40B4-BE49-F238E27FC236}">
                <a16:creationId xmlns:a16="http://schemas.microsoft.com/office/drawing/2014/main" id="{735D5088-5C7E-4EF1-830F-F267378F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1EC05-C717-4881-96DB-3DD635B1ADB9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4" name="页脚占位符 21">
            <a:extLst>
              <a:ext uri="{FF2B5EF4-FFF2-40B4-BE49-F238E27FC236}">
                <a16:creationId xmlns:a16="http://schemas.microsoft.com/office/drawing/2014/main" id="{EB335423-6E82-458C-9F7D-C639E177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5" name="灯片编号占位符 17">
            <a:extLst>
              <a:ext uri="{FF2B5EF4-FFF2-40B4-BE49-F238E27FC236}">
                <a16:creationId xmlns:a16="http://schemas.microsoft.com/office/drawing/2014/main" id="{ED5B0048-0A2F-4A4B-B79C-0C618C1D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D7762-5D5D-4B89-AD8A-0BE824E277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7156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>
            <a:extLst>
              <a:ext uri="{FF2B5EF4-FFF2-40B4-BE49-F238E27FC236}">
                <a16:creationId xmlns:a16="http://schemas.microsoft.com/office/drawing/2014/main" id="{C6F89907-37F7-4C3B-AFD5-C41E49CD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912DCD-98D2-4F03-A81D-A5817A6B3949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3" name="页脚占位符 21">
            <a:extLst>
              <a:ext uri="{FF2B5EF4-FFF2-40B4-BE49-F238E27FC236}">
                <a16:creationId xmlns:a16="http://schemas.microsoft.com/office/drawing/2014/main" id="{F8881792-CCE3-4993-ADD2-97B7C43F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4" name="灯片编号占位符 17">
            <a:extLst>
              <a:ext uri="{FF2B5EF4-FFF2-40B4-BE49-F238E27FC236}">
                <a16:creationId xmlns:a16="http://schemas.microsoft.com/office/drawing/2014/main" id="{0291A043-EACE-42FD-B4BB-024EB5E0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4B517-C69D-4078-8596-C4803C745D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4422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D4034E50-4898-484C-8AB7-DF12B3DF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71DBE-C1E0-48BD-BFE2-5CAFDDA59926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E7A2C414-BE44-42D7-8BDF-0C47004A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B48BA79C-041C-4863-9B54-4D031C7A4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7D3281-0053-4C90-AE52-DF4C59AE66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104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13">
            <a:extLst>
              <a:ext uri="{FF2B5EF4-FFF2-40B4-BE49-F238E27FC236}">
                <a16:creationId xmlns:a16="http://schemas.microsoft.com/office/drawing/2014/main" id="{FD895AC3-15E0-4EF0-954F-63EBF225236C}"/>
              </a:ext>
            </a:extLst>
          </p:cNvPr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E62E1664-885B-4642-AD0C-44CAFE2855B3}"/>
              </a:ext>
            </a:extLst>
          </p:cNvPr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7" name="任意多边形 15">
            <a:extLst>
              <a:ext uri="{FF2B5EF4-FFF2-40B4-BE49-F238E27FC236}">
                <a16:creationId xmlns:a16="http://schemas.microsoft.com/office/drawing/2014/main" id="{8A8AB574-1EF8-44D7-8AD9-C8C1569E93E5}"/>
              </a:ext>
            </a:extLst>
          </p:cNvPr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" name="任意多边形 16">
            <a:extLst>
              <a:ext uri="{FF2B5EF4-FFF2-40B4-BE49-F238E27FC236}">
                <a16:creationId xmlns:a16="http://schemas.microsoft.com/office/drawing/2014/main" id="{D3708A8C-FA1F-4EC3-B02E-3EDFED8F2975}"/>
              </a:ext>
            </a:extLst>
          </p:cNvPr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日期占位符 4">
            <a:extLst>
              <a:ext uri="{FF2B5EF4-FFF2-40B4-BE49-F238E27FC236}">
                <a16:creationId xmlns:a16="http://schemas.microsoft.com/office/drawing/2014/main" id="{50E2A067-54E8-40FF-A68A-743112B1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5AB6C-A335-480E-BE47-CC2D1F285269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AC7E210C-EF8B-4FDA-AA89-074F21B5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11" name="灯片编号占位符 6">
            <a:extLst>
              <a:ext uri="{FF2B5EF4-FFF2-40B4-BE49-F238E27FC236}">
                <a16:creationId xmlns:a16="http://schemas.microsoft.com/office/drawing/2014/main" id="{ED2B422F-3132-436C-92B7-0C6042D1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5BD713-0AE1-440E-9D35-AF00CAF2B6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078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3CB0DA70-C4FC-4B13-805F-3AACB86BD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23E623-E86D-4C10-BC04-A7A59904C5A9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747202F0-485D-4FCE-B0FA-79E0B0E4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C72B1DB2-061B-4DCE-B7CA-7E7A5FCC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5FAF7-E673-4773-8BCE-205E312D2B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858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32572F8D-1663-445C-AE2F-15A8CE805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A89B3-747A-4564-96CE-8B1810E83B31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EFA9FBA4-C01B-44A8-984C-F2652EC3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23D8A311-B25B-4CDB-A0D6-7DEE349F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AA96F-0926-400E-8940-0012BC87F9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470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>
            <a:extLst>
              <a:ext uri="{FF2B5EF4-FFF2-40B4-BE49-F238E27FC236}">
                <a16:creationId xmlns:a16="http://schemas.microsoft.com/office/drawing/2014/main" id="{BBDCBB57-3806-4BFC-9928-B50DA889220B}"/>
              </a:ext>
            </a:extLst>
          </p:cNvPr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E5F4D760-AFF1-4D17-8FE1-3A2D9477CD2B}"/>
              </a:ext>
            </a:extLst>
          </p:cNvPr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28" name="标题占位符 8">
            <a:extLst>
              <a:ext uri="{FF2B5EF4-FFF2-40B4-BE49-F238E27FC236}">
                <a16:creationId xmlns:a16="http://schemas.microsoft.com/office/drawing/2014/main" id="{3AB5E6DA-B355-4082-A339-0E321DDCBFB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9" name="文本占位符 29">
            <a:extLst>
              <a:ext uri="{FF2B5EF4-FFF2-40B4-BE49-F238E27FC236}">
                <a16:creationId xmlns:a16="http://schemas.microsoft.com/office/drawing/2014/main" id="{98343566-D03F-4563-84B2-7E5FD30241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D662DF91-84A9-4760-8A32-525BF4336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spcBef>
                <a:spcPct val="0"/>
              </a:spcBef>
              <a:defRPr kumimoji="0" sz="1200">
                <a:solidFill>
                  <a:schemeClr val="tx2">
                    <a:shade val="9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ADB367D6-8FB1-4DAD-BF98-35CAEDD3C4E7}" type="datetime1">
              <a:rPr lang="zh-CN" altLang="en-US"/>
              <a:pPr>
                <a:defRPr/>
              </a:pPr>
              <a:t>2023/6/20</a:t>
            </a:fld>
            <a:endParaRPr lang="en-US" altLang="zh-CN"/>
          </a:p>
        </p:txBody>
      </p:sp>
      <p:sp>
        <p:nvSpPr>
          <p:cNvPr id="22" name="页脚占位符 21">
            <a:extLst>
              <a:ext uri="{FF2B5EF4-FFF2-40B4-BE49-F238E27FC236}">
                <a16:creationId xmlns:a16="http://schemas.microsoft.com/office/drawing/2014/main" id="{1D388325-8A8B-4AC2-8697-319EC6FE3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spcBef>
                <a:spcPct val="0"/>
              </a:spcBef>
              <a:defRPr kumimoji="0" sz="1200">
                <a:solidFill>
                  <a:schemeClr val="tx2">
                    <a:shade val="9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汇编语言程序设计</a:t>
            </a:r>
            <a:endParaRPr lang="en-US" altLang="zh-CN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57CFC3C-D01D-4717-8DFF-E15082A42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045C75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B2A6224-5072-4160-BA97-D7B842B65C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3" name="组合 1">
            <a:extLst>
              <a:ext uri="{FF2B5EF4-FFF2-40B4-BE49-F238E27FC236}">
                <a16:creationId xmlns:a16="http://schemas.microsoft.com/office/drawing/2014/main" id="{70855781-DC71-429A-B397-1B6D88685229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24C7F18A-1ED3-4D9A-8721-E3FAADC5EEB9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kumimoji="0" lang="en-US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3" name="任意多边形 12">
              <a:extLst>
                <a:ext uri="{FF2B5EF4-FFF2-40B4-BE49-F238E27FC236}">
                  <a16:creationId xmlns:a16="http://schemas.microsoft.com/office/drawing/2014/main" id="{B178AC5D-AFB6-429F-BE4B-B3DB1AF9EE4A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kumimoji="0" lang="en-US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3" r:id="rId9"/>
    <p:sldLayoutId id="2147483981" r:id="rId10"/>
    <p:sldLayoutId id="2147483982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../../ddd/&#21160;&#30011;1.ht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6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1027">
            <a:extLst>
              <a:ext uri="{FF2B5EF4-FFF2-40B4-BE49-F238E27FC236}">
                <a16:creationId xmlns:a16="http://schemas.microsoft.com/office/drawing/2014/main" id="{B6D080FC-7740-4343-9CAA-1FC94A01F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" name="Line 1031">
            <a:extLst>
              <a:ext uri="{FF2B5EF4-FFF2-40B4-BE49-F238E27FC236}">
                <a16:creationId xmlns:a16="http://schemas.microsoft.com/office/drawing/2014/main" id="{57BEBDF0-3BB6-4B63-BE68-98CC4AE38D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4" name="AutoShape 1032">
            <a:extLst>
              <a:ext uri="{FF2B5EF4-FFF2-40B4-BE49-F238E27FC236}">
                <a16:creationId xmlns:a16="http://schemas.microsoft.com/office/drawing/2014/main" id="{30E94289-D248-452E-A270-1F25E0ECF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125" name="AutoShape 1033">
            <a:extLst>
              <a:ext uri="{FF2B5EF4-FFF2-40B4-BE49-F238E27FC236}">
                <a16:creationId xmlns:a16="http://schemas.microsoft.com/office/drawing/2014/main" id="{95263375-C6B0-4E87-9ECE-A7553212E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126" name="日期占位符 12">
            <a:extLst>
              <a:ext uri="{FF2B5EF4-FFF2-40B4-BE49-F238E27FC236}">
                <a16:creationId xmlns:a16="http://schemas.microsoft.com/office/drawing/2014/main" id="{CF417C35-E615-477B-BABA-941913F16F4B}"/>
              </a:ext>
            </a:extLst>
          </p:cNvPr>
          <p:cNvSpPr txBox="1">
            <a:spLocks noGrp="1"/>
          </p:cNvSpPr>
          <p:nvPr/>
        </p:nvSpPr>
        <p:spPr bwMode="auto">
          <a:xfrm>
            <a:off x="395288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F2E7558B-4361-44EC-AC53-574ABFFEAD8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127" name="灯片编号占位符 13">
            <a:extLst>
              <a:ext uri="{FF2B5EF4-FFF2-40B4-BE49-F238E27FC236}">
                <a16:creationId xmlns:a16="http://schemas.microsoft.com/office/drawing/2014/main" id="{08ABAF18-20E6-4D1D-966E-A8F71DCC382E}"/>
              </a:ext>
            </a:extLst>
          </p:cNvPr>
          <p:cNvSpPr txBox="1">
            <a:spLocks noGrp="1"/>
          </p:cNvSpPr>
          <p:nvPr/>
        </p:nvSpPr>
        <p:spPr bwMode="auto">
          <a:xfrm>
            <a:off x="7885113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3342746-11CB-41F5-9506-804B43066065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128" name="页脚占位符 14">
            <a:extLst>
              <a:ext uri="{FF2B5EF4-FFF2-40B4-BE49-F238E27FC236}">
                <a16:creationId xmlns:a16="http://schemas.microsoft.com/office/drawing/2014/main" id="{717B1661-D31D-48D2-AA46-A064C8754516}"/>
              </a:ext>
            </a:extLst>
          </p:cNvPr>
          <p:cNvSpPr txBox="1">
            <a:spLocks noGrp="1"/>
          </p:cNvSpPr>
          <p:nvPr/>
        </p:nvSpPr>
        <p:spPr bwMode="auto">
          <a:xfrm>
            <a:off x="3203575" y="6308725"/>
            <a:ext cx="2736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AB7BDFB-368A-40EE-BC3C-EB5763388275}"/>
              </a:ext>
            </a:extLst>
          </p:cNvPr>
          <p:cNvSpPr txBox="1">
            <a:spLocks noChangeArrowheads="1"/>
          </p:cNvSpPr>
          <p:nvPr/>
        </p:nvSpPr>
        <p:spPr>
          <a:xfrm>
            <a:off x="900113" y="1125538"/>
            <a:ext cx="7920037" cy="1008062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130" name="图片 14" descr="logo.jpg">
            <a:extLst>
              <a:ext uri="{FF2B5EF4-FFF2-40B4-BE49-F238E27FC236}">
                <a16:creationId xmlns:a16="http://schemas.microsoft.com/office/drawing/2014/main" id="{5FEECD7F-D036-442A-AEC6-A6B027921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138" y="704850"/>
            <a:ext cx="1752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1" name="Rectangle 7">
            <a:extLst>
              <a:ext uri="{FF2B5EF4-FFF2-40B4-BE49-F238E27FC236}">
                <a16:creationId xmlns:a16="http://schemas.microsoft.com/office/drawing/2014/main" id="{FEBBC867-F1A9-440C-A987-4DE634855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919163"/>
            <a:ext cx="72009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44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kumimoji="0" lang="en-US" altLang="zh-CN" sz="44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kumimoji="0" lang="zh-CN" altLang="en-US" sz="44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</a:t>
            </a:r>
            <a:r>
              <a:rPr kumimoji="0" lang="en-US" altLang="zh-CN" sz="44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x86</a:t>
            </a:r>
            <a:r>
              <a:rPr kumimoji="0" lang="zh-CN" altLang="en-US" sz="44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编程的硬件基础</a:t>
            </a:r>
          </a:p>
        </p:txBody>
      </p:sp>
      <p:sp>
        <p:nvSpPr>
          <p:cNvPr id="5132" name="Text Box 6">
            <a:extLst>
              <a:ext uri="{FF2B5EF4-FFF2-40B4-BE49-F238E27FC236}">
                <a16:creationId xmlns:a16="http://schemas.microsoft.com/office/drawing/2014/main" id="{8361A176-0D68-4286-B10F-B5B47E99F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638" y="2062163"/>
            <a:ext cx="6194425" cy="3937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2.1  PC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机的系统组织</a:t>
            </a:r>
            <a:endParaRPr lang="en-US" altLang="zh-CN" sz="360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2.2  x86 CPU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的内部结构</a:t>
            </a:r>
          </a:p>
          <a:p>
            <a:pPr>
              <a:spcBef>
                <a:spcPct val="50000"/>
              </a:spcBef>
            </a:pP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2.3  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存储器组织</a:t>
            </a:r>
          </a:p>
          <a:p>
            <a:pPr>
              <a:spcBef>
                <a:spcPct val="50000"/>
              </a:spcBef>
            </a:pP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2.4  I/O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地址空间</a:t>
            </a:r>
          </a:p>
          <a:p>
            <a:pPr>
              <a:spcBef>
                <a:spcPct val="50000"/>
              </a:spcBef>
            </a:pP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2.5  x86 CPU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的工作模式*</a:t>
            </a: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1027">
            <a:extLst>
              <a:ext uri="{FF2B5EF4-FFF2-40B4-BE49-F238E27FC236}">
                <a16:creationId xmlns:a16="http://schemas.microsoft.com/office/drawing/2014/main" id="{4C7D771B-5B46-4A55-98DF-DAEC8F2B4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" name="Line 1031">
            <a:extLst>
              <a:ext uri="{FF2B5EF4-FFF2-40B4-BE49-F238E27FC236}">
                <a16:creationId xmlns:a16="http://schemas.microsoft.com/office/drawing/2014/main" id="{8691E5E1-F3B5-4FCB-AE69-4BCBAEFDDA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2" name="AutoShape 1032">
            <a:extLst>
              <a:ext uri="{FF2B5EF4-FFF2-40B4-BE49-F238E27FC236}">
                <a16:creationId xmlns:a16="http://schemas.microsoft.com/office/drawing/2014/main" id="{69FF23EB-EE4A-4235-9F11-CD1F6C15A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3" name="AutoShape 1033">
            <a:extLst>
              <a:ext uri="{FF2B5EF4-FFF2-40B4-BE49-F238E27FC236}">
                <a16:creationId xmlns:a16="http://schemas.microsoft.com/office/drawing/2014/main" id="{8180A62E-01E6-4AB0-A79B-795343F55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4" name="日期占位符 12">
            <a:extLst>
              <a:ext uri="{FF2B5EF4-FFF2-40B4-BE49-F238E27FC236}">
                <a16:creationId xmlns:a16="http://schemas.microsoft.com/office/drawing/2014/main" id="{FA26381F-D5B2-4644-ADA1-5C07841274B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D2579E80-2680-4CAB-8893-ED5358525206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75" name="灯片编号占位符 13">
            <a:extLst>
              <a:ext uri="{FF2B5EF4-FFF2-40B4-BE49-F238E27FC236}">
                <a16:creationId xmlns:a16="http://schemas.microsoft.com/office/drawing/2014/main" id="{65AF959F-53A8-4D86-B179-06DAFAA187C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2372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2EB46FB3-5709-40EE-A026-E866E7357DC6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76" name="页脚占位符 14">
            <a:extLst>
              <a:ext uri="{FF2B5EF4-FFF2-40B4-BE49-F238E27FC236}">
                <a16:creationId xmlns:a16="http://schemas.microsoft.com/office/drawing/2014/main" id="{D7BEC239-3AEA-4E5A-92A6-7D52741985FC}"/>
              </a:ext>
            </a:extLst>
          </p:cNvPr>
          <p:cNvSpPr txBox="1">
            <a:spLocks noGrp="1"/>
          </p:cNvSpPr>
          <p:nvPr/>
        </p:nvSpPr>
        <p:spPr bwMode="auto">
          <a:xfrm>
            <a:off x="3203575" y="6308725"/>
            <a:ext cx="2736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77" name="Text Box 13">
            <a:extLst>
              <a:ext uri="{FF2B5EF4-FFF2-40B4-BE49-F238E27FC236}">
                <a16:creationId xmlns:a16="http://schemas.microsoft.com/office/drawing/2014/main" id="{EECAB775-8940-48F5-800B-ED5080E47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1700213"/>
            <a:ext cx="5905500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4000">
                <a:solidFill>
                  <a:schemeClr val="tx1"/>
                </a:solidFill>
                <a:ea typeface="楷体" panose="02010609060101010101" pitchFamily="49" charset="-122"/>
              </a:rPr>
              <a:t>掌握</a:t>
            </a:r>
            <a:r>
              <a:rPr lang="en-US" altLang="zh-CN" sz="4000">
                <a:solidFill>
                  <a:schemeClr val="tx1"/>
                </a:solidFill>
                <a:ea typeface="楷体" panose="02010609060101010101" pitchFamily="49" charset="-122"/>
              </a:rPr>
              <a:t>x86CPU</a:t>
            </a:r>
            <a:r>
              <a:rPr lang="zh-CN" altLang="en-US" sz="4000">
                <a:solidFill>
                  <a:schemeClr val="tx1"/>
                </a:solidFill>
                <a:ea typeface="楷体" panose="02010609060101010101" pitchFamily="49" charset="-122"/>
              </a:rPr>
              <a:t>中</a:t>
            </a:r>
            <a:r>
              <a:rPr lang="zh-CN" altLang="en-US" sz="4000">
                <a:solidFill>
                  <a:srgbClr val="FF0000"/>
                </a:solidFill>
                <a:ea typeface="楷体" panose="02010609060101010101" pitchFamily="49" charset="-122"/>
              </a:rPr>
              <a:t>寄存器</a:t>
            </a:r>
            <a:r>
              <a:rPr lang="zh-CN" altLang="en-US" sz="4000">
                <a:solidFill>
                  <a:schemeClr val="tx1"/>
                </a:solidFill>
                <a:ea typeface="楷体" panose="02010609060101010101" pitchFamily="49" charset="-122"/>
              </a:rPr>
              <a:t>的结构特点和用途，掌握</a:t>
            </a:r>
            <a:r>
              <a:rPr lang="zh-CN" altLang="en-US" sz="4000">
                <a:solidFill>
                  <a:srgbClr val="FF0000"/>
                </a:solidFill>
                <a:ea typeface="楷体" panose="02010609060101010101" pitchFamily="49" charset="-122"/>
              </a:rPr>
              <a:t>存储器分段</a:t>
            </a:r>
            <a:r>
              <a:rPr lang="zh-CN" altLang="en-US" sz="4000">
                <a:solidFill>
                  <a:schemeClr val="tx1"/>
                </a:solidFill>
                <a:ea typeface="楷体" panose="02010609060101010101" pitchFamily="49" charset="-122"/>
              </a:rPr>
              <a:t>管理办法和</a:t>
            </a:r>
            <a:r>
              <a:rPr lang="zh-CN" altLang="en-US" sz="4000">
                <a:ea typeface="楷体" panose="02010609060101010101" pitchFamily="49" charset="-122"/>
              </a:rPr>
              <a:t>寻址方式</a:t>
            </a:r>
            <a:r>
              <a:rPr lang="zh-CN" altLang="en-US" sz="4000">
                <a:solidFill>
                  <a:schemeClr val="tx1"/>
                </a:solidFill>
                <a:ea typeface="楷体" panose="02010609060101010101" pitchFamily="49" charset="-122"/>
              </a:rPr>
              <a:t>，了解计算机的工作过程，了解</a:t>
            </a:r>
            <a:r>
              <a:rPr lang="en-US" altLang="zh-CN" sz="4000">
                <a:solidFill>
                  <a:schemeClr val="tx1"/>
                </a:solidFill>
                <a:ea typeface="楷体" panose="02010609060101010101" pitchFamily="49" charset="-122"/>
              </a:rPr>
              <a:t>CPU</a:t>
            </a:r>
            <a:r>
              <a:rPr lang="zh-CN" altLang="en-US" sz="4000">
                <a:solidFill>
                  <a:schemeClr val="tx1"/>
                </a:solidFill>
                <a:ea typeface="楷体" panose="02010609060101010101" pitchFamily="49" charset="-122"/>
              </a:rPr>
              <a:t>的三种工作模式</a:t>
            </a:r>
            <a:r>
              <a:rPr lang="en-US" altLang="zh-CN" sz="4000">
                <a:solidFill>
                  <a:schemeClr val="tx1"/>
                </a:solidFill>
                <a:ea typeface="楷体" panose="02010609060101010101" pitchFamily="49" charset="-122"/>
              </a:rPr>
              <a:t>*</a:t>
            </a:r>
            <a:r>
              <a:rPr lang="zh-CN" altLang="en-US" sz="4000">
                <a:solidFill>
                  <a:schemeClr val="tx1"/>
                </a:solidFill>
                <a:ea typeface="楷体" panose="02010609060101010101" pitchFamily="49" charset="-122"/>
              </a:rPr>
              <a:t>。</a:t>
            </a:r>
            <a:endParaRPr lang="en-US" altLang="zh-CN" sz="4000">
              <a:solidFill>
                <a:schemeClr val="tx1"/>
              </a:solidFill>
              <a:ea typeface="楷体" panose="02010609060101010101" pitchFamily="49" charset="-122"/>
            </a:endParaRPr>
          </a:p>
        </p:txBody>
      </p:sp>
      <p:sp>
        <p:nvSpPr>
          <p:cNvPr id="7178" name="Text Box 1029">
            <a:extLst>
              <a:ext uri="{FF2B5EF4-FFF2-40B4-BE49-F238E27FC236}">
                <a16:creationId xmlns:a16="http://schemas.microsoft.com/office/drawing/2014/main" id="{E2F9D1D0-04ED-460E-B26C-5BD5DDA44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80x86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编程的硬件基础</a:t>
            </a:r>
          </a:p>
        </p:txBody>
      </p:sp>
      <p:sp>
        <p:nvSpPr>
          <p:cNvPr id="7179" name="Text Box 16">
            <a:extLst>
              <a:ext uri="{FF2B5EF4-FFF2-40B4-BE49-F238E27FC236}">
                <a16:creationId xmlns:a16="http://schemas.microsoft.com/office/drawing/2014/main" id="{ACB9C00F-9FD0-4455-BD01-F42F0528A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349500"/>
            <a:ext cx="793750" cy="230346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4000">
                <a:ea typeface="楷体" panose="02010609060101010101" pitchFamily="49" charset="-122"/>
              </a:rPr>
              <a:t>本章要点</a:t>
            </a:r>
          </a:p>
        </p:txBody>
      </p:sp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1027">
            <a:extLst>
              <a:ext uri="{FF2B5EF4-FFF2-40B4-BE49-F238E27FC236}">
                <a16:creationId xmlns:a16="http://schemas.microsoft.com/office/drawing/2014/main" id="{4EBBB8F2-3623-430C-BA2D-2E517F68E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" name="Text Box 1029">
            <a:extLst>
              <a:ext uri="{FF2B5EF4-FFF2-40B4-BE49-F238E27FC236}">
                <a16:creationId xmlns:a16="http://schemas.microsoft.com/office/drawing/2014/main" id="{212EB722-2766-477E-AB68-BBB60A49E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x86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编程的硬件基础</a:t>
            </a:r>
          </a:p>
        </p:txBody>
      </p:sp>
      <p:sp>
        <p:nvSpPr>
          <p:cNvPr id="9220" name="Line 1031">
            <a:extLst>
              <a:ext uri="{FF2B5EF4-FFF2-40B4-BE49-F238E27FC236}">
                <a16:creationId xmlns:a16="http://schemas.microsoft.com/office/drawing/2014/main" id="{2F1A1A25-13A0-4720-A8D2-265A185958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1" name="AutoShape 1032">
            <a:extLst>
              <a:ext uri="{FF2B5EF4-FFF2-40B4-BE49-F238E27FC236}">
                <a16:creationId xmlns:a16="http://schemas.microsoft.com/office/drawing/2014/main" id="{C98BC364-BAD8-49F4-8EAE-5DF240B41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22" name="AutoShape 1033">
            <a:extLst>
              <a:ext uri="{FF2B5EF4-FFF2-40B4-BE49-F238E27FC236}">
                <a16:creationId xmlns:a16="http://schemas.microsoft.com/office/drawing/2014/main" id="{340EE3C6-7EA6-4B01-8796-6F84462D5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23" name="日期占位符 12">
            <a:extLst>
              <a:ext uri="{FF2B5EF4-FFF2-40B4-BE49-F238E27FC236}">
                <a16:creationId xmlns:a16="http://schemas.microsoft.com/office/drawing/2014/main" id="{ECAF9F7A-075E-458F-AB90-019BC3AA70C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F186531A-8653-4BB0-84F1-BECA16CA1F1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4" name="灯片编号占位符 13">
            <a:extLst>
              <a:ext uri="{FF2B5EF4-FFF2-40B4-BE49-F238E27FC236}">
                <a16:creationId xmlns:a16="http://schemas.microsoft.com/office/drawing/2014/main" id="{CDD81580-DC42-41B7-B90E-5D8D80369005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EAE83D6-00D8-45D0-8A27-DC126C4CE219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CC86423-B644-4D2B-A622-7C40DD6E10B5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226" name="页脚占位符 14">
            <a:extLst>
              <a:ext uri="{FF2B5EF4-FFF2-40B4-BE49-F238E27FC236}">
                <a16:creationId xmlns:a16="http://schemas.microsoft.com/office/drawing/2014/main" id="{C0275EB2-6BB9-4E3C-9F88-3E4514970121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51831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</a:t>
            </a:r>
          </a:p>
        </p:txBody>
      </p:sp>
      <p:sp>
        <p:nvSpPr>
          <p:cNvPr id="9227" name="Rectangle 7">
            <a:extLst>
              <a:ext uri="{FF2B5EF4-FFF2-40B4-BE49-F238E27FC236}">
                <a16:creationId xmlns:a16="http://schemas.microsoft.com/office/drawing/2014/main" id="{1F1A94F1-1B9B-4152-905F-BD9D1575B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268413"/>
            <a:ext cx="54721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600">
                <a:solidFill>
                  <a:srgbClr val="FF3300"/>
                </a:solidFill>
                <a:ea typeface="宋体" panose="02010600030101010101" pitchFamily="2" charset="-122"/>
              </a:rPr>
              <a:t>2.1   PC</a:t>
            </a:r>
            <a:r>
              <a:rPr lang="zh-CN" altLang="en-US" sz="36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4836EBCB-1590-4D5F-9D17-62373A780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852738"/>
            <a:ext cx="5688012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一、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PC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机的组成</a:t>
            </a:r>
          </a:p>
          <a:p>
            <a:endParaRPr lang="zh-CN" altLang="en-US" sz="3600">
              <a:solidFill>
                <a:schemeClr val="tx1"/>
              </a:solidFill>
              <a:ea typeface="宋体" panose="02010600030101010101" pitchFamily="2" charset="-122"/>
            </a:endParaRPr>
          </a:p>
          <a:p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二、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x86CPU</a:t>
            </a:r>
            <a:endParaRPr lang="zh-CN" altLang="en-US" sz="36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1027">
            <a:extLst>
              <a:ext uri="{FF2B5EF4-FFF2-40B4-BE49-F238E27FC236}">
                <a16:creationId xmlns:a16="http://schemas.microsoft.com/office/drawing/2014/main" id="{4C7D771B-5B46-4A55-98DF-DAEC8F2B4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" name="Line 1031">
            <a:extLst>
              <a:ext uri="{FF2B5EF4-FFF2-40B4-BE49-F238E27FC236}">
                <a16:creationId xmlns:a16="http://schemas.microsoft.com/office/drawing/2014/main" id="{8691E5E1-F3B5-4FCB-AE69-4BCBAEFDDA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2" name="AutoShape 1032">
            <a:extLst>
              <a:ext uri="{FF2B5EF4-FFF2-40B4-BE49-F238E27FC236}">
                <a16:creationId xmlns:a16="http://schemas.microsoft.com/office/drawing/2014/main" id="{69FF23EB-EE4A-4235-9F11-CD1F6C15A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3" name="AutoShape 1033">
            <a:extLst>
              <a:ext uri="{FF2B5EF4-FFF2-40B4-BE49-F238E27FC236}">
                <a16:creationId xmlns:a16="http://schemas.microsoft.com/office/drawing/2014/main" id="{8180A62E-01E6-4AB0-A79B-795343F55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4" name="日期占位符 12">
            <a:extLst>
              <a:ext uri="{FF2B5EF4-FFF2-40B4-BE49-F238E27FC236}">
                <a16:creationId xmlns:a16="http://schemas.microsoft.com/office/drawing/2014/main" id="{FA26381F-D5B2-4644-ADA1-5C07841274B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D2579E80-2680-4CAB-8893-ED5358525206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75" name="灯片编号占位符 13">
            <a:extLst>
              <a:ext uri="{FF2B5EF4-FFF2-40B4-BE49-F238E27FC236}">
                <a16:creationId xmlns:a16="http://schemas.microsoft.com/office/drawing/2014/main" id="{65AF959F-53A8-4D86-B179-06DAFAA187C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237288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2EB46FB3-5709-40EE-A026-E866E7357DC6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76" name="页脚占位符 14">
            <a:extLst>
              <a:ext uri="{FF2B5EF4-FFF2-40B4-BE49-F238E27FC236}">
                <a16:creationId xmlns:a16="http://schemas.microsoft.com/office/drawing/2014/main" id="{D7BEC239-3AEA-4E5A-92A6-7D52741985FC}"/>
              </a:ext>
            </a:extLst>
          </p:cNvPr>
          <p:cNvSpPr txBox="1">
            <a:spLocks noGrp="1"/>
          </p:cNvSpPr>
          <p:nvPr/>
        </p:nvSpPr>
        <p:spPr bwMode="auto">
          <a:xfrm>
            <a:off x="3203575" y="6308725"/>
            <a:ext cx="2736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78" name="Text Box 1029">
            <a:extLst>
              <a:ext uri="{FF2B5EF4-FFF2-40B4-BE49-F238E27FC236}">
                <a16:creationId xmlns:a16="http://schemas.microsoft.com/office/drawing/2014/main" id="{E2F9D1D0-04ED-460E-B26C-5BD5DDA44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x86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编程的硬件基础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DE7CC56-7AA3-4615-B3D8-85918B7B7C9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55576" y="933450"/>
            <a:ext cx="7632848" cy="485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58758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1027">
            <a:extLst>
              <a:ext uri="{FF2B5EF4-FFF2-40B4-BE49-F238E27FC236}">
                <a16:creationId xmlns:a16="http://schemas.microsoft.com/office/drawing/2014/main" id="{1C0338DB-41C7-4700-9138-5423F5A98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" name="Line 1031">
            <a:extLst>
              <a:ext uri="{FF2B5EF4-FFF2-40B4-BE49-F238E27FC236}">
                <a16:creationId xmlns:a16="http://schemas.microsoft.com/office/drawing/2014/main" id="{5FC78B1C-E356-44BA-A784-AF34360D84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68" name="AutoShape 1032">
            <a:extLst>
              <a:ext uri="{FF2B5EF4-FFF2-40B4-BE49-F238E27FC236}">
                <a16:creationId xmlns:a16="http://schemas.microsoft.com/office/drawing/2014/main" id="{38A9B318-D64F-478B-95A4-704D33E10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69" name="AutoShape 1033">
            <a:extLst>
              <a:ext uri="{FF2B5EF4-FFF2-40B4-BE49-F238E27FC236}">
                <a16:creationId xmlns:a16="http://schemas.microsoft.com/office/drawing/2014/main" id="{75AC639E-68A2-4182-8A2F-B23484AD8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492750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70" name="TextBox 11">
            <a:extLst>
              <a:ext uri="{FF2B5EF4-FFF2-40B4-BE49-F238E27FC236}">
                <a16:creationId xmlns:a16="http://schemas.microsoft.com/office/drawing/2014/main" id="{14B27CA0-BBCA-4077-9632-5C61533DD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65175"/>
            <a:ext cx="3816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一 、</a:t>
            </a:r>
            <a:r>
              <a:rPr lang="en-US" altLang="zh-CN" sz="3600">
                <a:solidFill>
                  <a:srgbClr val="FF3300"/>
                </a:solidFill>
                <a:ea typeface="楷体" panose="02010609060101010101" pitchFamily="49" charset="-122"/>
              </a:rPr>
              <a:t>PC</a:t>
            </a:r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机的组成</a:t>
            </a:r>
          </a:p>
        </p:txBody>
      </p:sp>
      <p:sp>
        <p:nvSpPr>
          <p:cNvPr id="11271" name="Text Box 11">
            <a:extLst>
              <a:ext uri="{FF2B5EF4-FFF2-40B4-BE49-F238E27FC236}">
                <a16:creationId xmlns:a16="http://schemas.microsoft.com/office/drawing/2014/main" id="{B41B95B6-1AF1-48B9-BA01-4B9E87D48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557338"/>
            <a:ext cx="6553200" cy="10668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冯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诺依曼体系结构：二进制、存储程序原理和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5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大功能模块。</a:t>
            </a:r>
          </a:p>
        </p:txBody>
      </p:sp>
      <p:sp>
        <p:nvSpPr>
          <p:cNvPr id="11272" name="Text Box 1029">
            <a:extLst>
              <a:ext uri="{FF2B5EF4-FFF2-40B4-BE49-F238E27FC236}">
                <a16:creationId xmlns:a16="http://schemas.microsoft.com/office/drawing/2014/main" id="{9CB40C53-B91B-4B4F-9BB5-6C0505B43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8891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  <p:sp>
        <p:nvSpPr>
          <p:cNvPr id="11273" name="灯片编号占位符 13">
            <a:extLst>
              <a:ext uri="{FF2B5EF4-FFF2-40B4-BE49-F238E27FC236}">
                <a16:creationId xmlns:a16="http://schemas.microsoft.com/office/drawing/2014/main" id="{FD086097-A617-4FE8-953E-37BF566DDF3A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EFB3CC7D-C0F8-4BEE-B20F-2434926460ED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274" name="日期占位符 12">
            <a:extLst>
              <a:ext uri="{FF2B5EF4-FFF2-40B4-BE49-F238E27FC236}">
                <a16:creationId xmlns:a16="http://schemas.microsoft.com/office/drawing/2014/main" id="{59AF33DB-EA65-44A4-8963-66436E67F21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C9A506D0-F428-48D3-82F0-11499B060CB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275" name="页脚占位符 14">
            <a:extLst>
              <a:ext uri="{FF2B5EF4-FFF2-40B4-BE49-F238E27FC236}">
                <a16:creationId xmlns:a16="http://schemas.microsoft.com/office/drawing/2014/main" id="{A1453882-D82E-41B2-A174-4724B190720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1276" name="Text Box 20">
            <a:extLst>
              <a:ext uri="{FF2B5EF4-FFF2-40B4-BE49-F238E27FC236}">
                <a16:creationId xmlns:a16="http://schemas.microsoft.com/office/drawing/2014/main" id="{EE2063B4-F469-4DD1-A5DA-59A368663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277" name="Text Box 21">
            <a:extLst>
              <a:ext uri="{FF2B5EF4-FFF2-40B4-BE49-F238E27FC236}">
                <a16:creationId xmlns:a16="http://schemas.microsoft.com/office/drawing/2014/main" id="{442B801F-6FFD-42E5-A0F2-A68E4983A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278" name="Text Box 23">
            <a:extLst>
              <a:ext uri="{FF2B5EF4-FFF2-40B4-BE49-F238E27FC236}">
                <a16:creationId xmlns:a16="http://schemas.microsoft.com/office/drawing/2014/main" id="{98470EC0-6F66-4399-AB97-09B5ABD3B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279" name="Text Box 25">
            <a:extLst>
              <a:ext uri="{FF2B5EF4-FFF2-40B4-BE49-F238E27FC236}">
                <a16:creationId xmlns:a16="http://schemas.microsoft.com/office/drawing/2014/main" id="{8F415073-B59D-4B97-A963-AEFC5CA71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280" name="Text Box 26">
            <a:extLst>
              <a:ext uri="{FF2B5EF4-FFF2-40B4-BE49-F238E27FC236}">
                <a16:creationId xmlns:a16="http://schemas.microsoft.com/office/drawing/2014/main" id="{0EBB7C3F-850E-4CF3-BEF7-68AED41A1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281" name="Line 27">
            <a:extLst>
              <a:ext uri="{FF2B5EF4-FFF2-40B4-BE49-F238E27FC236}">
                <a16:creationId xmlns:a16="http://schemas.microsoft.com/office/drawing/2014/main" id="{4515F537-53D0-4427-8882-A4F34491F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221163"/>
            <a:ext cx="792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2" name="Line 28">
            <a:extLst>
              <a:ext uri="{FF2B5EF4-FFF2-40B4-BE49-F238E27FC236}">
                <a16:creationId xmlns:a16="http://schemas.microsoft.com/office/drawing/2014/main" id="{1B3EC9EB-2636-47FF-9339-439C429EB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4221163"/>
            <a:ext cx="792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3" name="Line 31">
            <a:extLst>
              <a:ext uri="{FF2B5EF4-FFF2-40B4-BE49-F238E27FC236}">
                <a16:creationId xmlns:a16="http://schemas.microsoft.com/office/drawing/2014/main" id="{E9D7D071-BC0A-41F6-934E-9B28BE56E5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1638" y="3284538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4" name="Line 32">
            <a:extLst>
              <a:ext uri="{FF2B5EF4-FFF2-40B4-BE49-F238E27FC236}">
                <a16:creationId xmlns:a16="http://schemas.microsoft.com/office/drawing/2014/main" id="{40B13A3A-2751-4F68-A197-2DA95B5B7F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3284538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5" name="Line 33">
            <a:extLst>
              <a:ext uri="{FF2B5EF4-FFF2-40B4-BE49-F238E27FC236}">
                <a16:creationId xmlns:a16="http://schemas.microsoft.com/office/drawing/2014/main" id="{2634A017-470F-419D-8725-92E464800F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4437063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6" name="Line 34">
            <a:extLst>
              <a:ext uri="{FF2B5EF4-FFF2-40B4-BE49-F238E27FC236}">
                <a16:creationId xmlns:a16="http://schemas.microsoft.com/office/drawing/2014/main" id="{250BC6E7-9208-4948-A4E9-E915D40B3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4437063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7" name="Line 38">
            <a:extLst>
              <a:ext uri="{FF2B5EF4-FFF2-40B4-BE49-F238E27FC236}">
                <a16:creationId xmlns:a16="http://schemas.microsoft.com/office/drawing/2014/main" id="{03845712-CC84-49E7-8B3F-192F98545E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8" name="Line 39">
            <a:extLst>
              <a:ext uri="{FF2B5EF4-FFF2-40B4-BE49-F238E27FC236}">
                <a16:creationId xmlns:a16="http://schemas.microsoft.com/office/drawing/2014/main" id="{4E39B7CA-BE40-4FA8-AB86-6122D3B377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9" name="Line 42">
            <a:extLst>
              <a:ext uri="{FF2B5EF4-FFF2-40B4-BE49-F238E27FC236}">
                <a16:creationId xmlns:a16="http://schemas.microsoft.com/office/drawing/2014/main" id="{6C97D1B9-33CB-4A4E-8ED7-71797AB95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0" name="Line 43">
            <a:extLst>
              <a:ext uri="{FF2B5EF4-FFF2-40B4-BE49-F238E27FC236}">
                <a16:creationId xmlns:a16="http://schemas.microsoft.com/office/drawing/2014/main" id="{DD3E9386-7F92-487C-BCE7-389A76CBA7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1" name="Line 44">
            <a:extLst>
              <a:ext uri="{FF2B5EF4-FFF2-40B4-BE49-F238E27FC236}">
                <a16:creationId xmlns:a16="http://schemas.microsoft.com/office/drawing/2014/main" id="{DDCB5604-17F6-424C-AB4A-7E0295178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229225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2" name="Line 45">
            <a:extLst>
              <a:ext uri="{FF2B5EF4-FFF2-40B4-BE49-F238E27FC236}">
                <a16:creationId xmlns:a16="http://schemas.microsoft.com/office/drawing/2014/main" id="{ABA558F1-176E-49D9-9D5F-E21FB1DEFC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3068638"/>
            <a:ext cx="0" cy="2160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3" name="Line 46">
            <a:extLst>
              <a:ext uri="{FF2B5EF4-FFF2-40B4-BE49-F238E27FC236}">
                <a16:creationId xmlns:a16="http://schemas.microsoft.com/office/drawing/2014/main" id="{EA966766-B3E1-4394-8CD5-C861E46AD9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3068638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4" name="Text Box 49">
            <a:extLst>
              <a:ext uri="{FF2B5EF4-FFF2-40B4-BE49-F238E27FC236}">
                <a16:creationId xmlns:a16="http://schemas.microsoft.com/office/drawing/2014/main" id="{73FCD5A6-5E6F-49F0-86EA-D48CE2FBB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295" name="Text Box 50">
            <a:extLst>
              <a:ext uri="{FF2B5EF4-FFF2-40B4-BE49-F238E27FC236}">
                <a16:creationId xmlns:a16="http://schemas.microsoft.com/office/drawing/2014/main" id="{264EA6E2-6DDA-460B-A50E-761CBB2B6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296" name="Text Box 51">
            <a:extLst>
              <a:ext uri="{FF2B5EF4-FFF2-40B4-BE49-F238E27FC236}">
                <a16:creationId xmlns:a16="http://schemas.microsoft.com/office/drawing/2014/main" id="{A47E9B6F-101A-47B3-8C46-5467FBDDF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297" name="Text Box 52">
            <a:extLst>
              <a:ext uri="{FF2B5EF4-FFF2-40B4-BE49-F238E27FC236}">
                <a16:creationId xmlns:a16="http://schemas.microsoft.com/office/drawing/2014/main" id="{DEC2D82B-518C-45B1-B52C-5D5F16CD1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298" name="Text Box 53">
            <a:extLst>
              <a:ext uri="{FF2B5EF4-FFF2-40B4-BE49-F238E27FC236}">
                <a16:creationId xmlns:a16="http://schemas.microsoft.com/office/drawing/2014/main" id="{FBB4B62E-7111-48D7-89A6-A7E6D7E72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299" name="Text Box 54">
            <a:extLst>
              <a:ext uri="{FF2B5EF4-FFF2-40B4-BE49-F238E27FC236}">
                <a16:creationId xmlns:a16="http://schemas.microsoft.com/office/drawing/2014/main" id="{5D5479BD-61A3-4E13-BB4B-00B123CE4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00" name="Text Box 55">
            <a:extLst>
              <a:ext uri="{FF2B5EF4-FFF2-40B4-BE49-F238E27FC236}">
                <a16:creationId xmlns:a16="http://schemas.microsoft.com/office/drawing/2014/main" id="{B4491893-8E16-44FB-975A-F36D93C87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01" name="Text Box 56">
            <a:extLst>
              <a:ext uri="{FF2B5EF4-FFF2-40B4-BE49-F238E27FC236}">
                <a16:creationId xmlns:a16="http://schemas.microsoft.com/office/drawing/2014/main" id="{5D88FBE4-4650-4316-9FD0-CE68BBE38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02" name="Text Box 57">
            <a:extLst>
              <a:ext uri="{FF2B5EF4-FFF2-40B4-BE49-F238E27FC236}">
                <a16:creationId xmlns:a16="http://schemas.microsoft.com/office/drawing/2014/main" id="{1424096B-12AD-4CB2-BFDC-87B97848A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03" name="Text Box 58">
            <a:extLst>
              <a:ext uri="{FF2B5EF4-FFF2-40B4-BE49-F238E27FC236}">
                <a16:creationId xmlns:a16="http://schemas.microsoft.com/office/drawing/2014/main" id="{31A528A3-FECF-4F83-89B4-2D233C3F6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304" name="Text Box 59">
            <a:extLst>
              <a:ext uri="{FF2B5EF4-FFF2-40B4-BE49-F238E27FC236}">
                <a16:creationId xmlns:a16="http://schemas.microsoft.com/office/drawing/2014/main" id="{53CA6572-C9CD-48E9-A715-E276701C8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05" name="Text Box 60">
            <a:extLst>
              <a:ext uri="{FF2B5EF4-FFF2-40B4-BE49-F238E27FC236}">
                <a16:creationId xmlns:a16="http://schemas.microsoft.com/office/drawing/2014/main" id="{7B930F94-93AC-4194-9EAB-CD3759592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06" name="Text Box 61">
            <a:extLst>
              <a:ext uri="{FF2B5EF4-FFF2-40B4-BE49-F238E27FC236}">
                <a16:creationId xmlns:a16="http://schemas.microsoft.com/office/drawing/2014/main" id="{AE6FF0AB-68FC-4164-A86D-2834A058B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07" name="Text Box 62">
            <a:extLst>
              <a:ext uri="{FF2B5EF4-FFF2-40B4-BE49-F238E27FC236}">
                <a16:creationId xmlns:a16="http://schemas.microsoft.com/office/drawing/2014/main" id="{970232FE-78C6-4C63-9001-90A6F8A2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08" name="Line 63">
            <a:extLst>
              <a:ext uri="{FF2B5EF4-FFF2-40B4-BE49-F238E27FC236}">
                <a16:creationId xmlns:a16="http://schemas.microsoft.com/office/drawing/2014/main" id="{13C1A83D-D796-4E8A-8F33-82FF22DD62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09" name="Text Box 64">
            <a:extLst>
              <a:ext uri="{FF2B5EF4-FFF2-40B4-BE49-F238E27FC236}">
                <a16:creationId xmlns:a16="http://schemas.microsoft.com/office/drawing/2014/main" id="{CCBF9351-8ED8-41CD-8D19-05B942DEE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310" name="Text Box 65">
            <a:extLst>
              <a:ext uri="{FF2B5EF4-FFF2-40B4-BE49-F238E27FC236}">
                <a16:creationId xmlns:a16="http://schemas.microsoft.com/office/drawing/2014/main" id="{E42CCCC0-0692-4875-A3DD-A3DB2B570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11" name="Text Box 66">
            <a:extLst>
              <a:ext uri="{FF2B5EF4-FFF2-40B4-BE49-F238E27FC236}">
                <a16:creationId xmlns:a16="http://schemas.microsoft.com/office/drawing/2014/main" id="{80FDB0CF-70C9-4054-90B4-D332EC2B9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12" name="Text Box 67">
            <a:extLst>
              <a:ext uri="{FF2B5EF4-FFF2-40B4-BE49-F238E27FC236}">
                <a16:creationId xmlns:a16="http://schemas.microsoft.com/office/drawing/2014/main" id="{31212AEB-96D5-4B91-9041-BD67D4A4D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13" name="Text Box 68">
            <a:extLst>
              <a:ext uri="{FF2B5EF4-FFF2-40B4-BE49-F238E27FC236}">
                <a16:creationId xmlns:a16="http://schemas.microsoft.com/office/drawing/2014/main" id="{0FB6EA01-347E-48D4-93F9-3D6DC7B7A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14" name="Line 69">
            <a:extLst>
              <a:ext uri="{FF2B5EF4-FFF2-40B4-BE49-F238E27FC236}">
                <a16:creationId xmlns:a16="http://schemas.microsoft.com/office/drawing/2014/main" id="{78E5A7A5-67FB-4AB6-B180-450B73362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15" name="Line 70">
            <a:extLst>
              <a:ext uri="{FF2B5EF4-FFF2-40B4-BE49-F238E27FC236}">
                <a16:creationId xmlns:a16="http://schemas.microsoft.com/office/drawing/2014/main" id="{DE7A6A81-15E3-46E4-B966-680C2309EE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16" name="Text Box 71">
            <a:extLst>
              <a:ext uri="{FF2B5EF4-FFF2-40B4-BE49-F238E27FC236}">
                <a16:creationId xmlns:a16="http://schemas.microsoft.com/office/drawing/2014/main" id="{4CC19742-DE2B-46E9-B255-532AAE531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317" name="Text Box 72">
            <a:extLst>
              <a:ext uri="{FF2B5EF4-FFF2-40B4-BE49-F238E27FC236}">
                <a16:creationId xmlns:a16="http://schemas.microsoft.com/office/drawing/2014/main" id="{B5F39DBD-E943-4065-8B78-64C23EE5E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18" name="Text Box 73">
            <a:extLst>
              <a:ext uri="{FF2B5EF4-FFF2-40B4-BE49-F238E27FC236}">
                <a16:creationId xmlns:a16="http://schemas.microsoft.com/office/drawing/2014/main" id="{8BBEC507-616B-4C85-AC87-08519C7CA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19" name="Text Box 74">
            <a:extLst>
              <a:ext uri="{FF2B5EF4-FFF2-40B4-BE49-F238E27FC236}">
                <a16:creationId xmlns:a16="http://schemas.microsoft.com/office/drawing/2014/main" id="{E6E7F4B5-9392-460A-82E1-CF7B8B726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20" name="Text Box 75">
            <a:extLst>
              <a:ext uri="{FF2B5EF4-FFF2-40B4-BE49-F238E27FC236}">
                <a16:creationId xmlns:a16="http://schemas.microsoft.com/office/drawing/2014/main" id="{9D1691B8-591D-4984-8E8A-67730507D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21" name="Line 76">
            <a:extLst>
              <a:ext uri="{FF2B5EF4-FFF2-40B4-BE49-F238E27FC236}">
                <a16:creationId xmlns:a16="http://schemas.microsoft.com/office/drawing/2014/main" id="{A1C5275B-D436-474C-A9B4-D966BF4DD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22" name="Line 77">
            <a:extLst>
              <a:ext uri="{FF2B5EF4-FFF2-40B4-BE49-F238E27FC236}">
                <a16:creationId xmlns:a16="http://schemas.microsoft.com/office/drawing/2014/main" id="{A23CA01F-9628-4A8B-BF7E-184547EB5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23" name="Line 78">
            <a:extLst>
              <a:ext uri="{FF2B5EF4-FFF2-40B4-BE49-F238E27FC236}">
                <a16:creationId xmlns:a16="http://schemas.microsoft.com/office/drawing/2014/main" id="{ABE07AA0-E8E9-4C70-A8B6-4C4936E18A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24" name="Text Box 79">
            <a:extLst>
              <a:ext uri="{FF2B5EF4-FFF2-40B4-BE49-F238E27FC236}">
                <a16:creationId xmlns:a16="http://schemas.microsoft.com/office/drawing/2014/main" id="{C1349AD8-7E07-4180-B334-2CF7F9EA2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325" name="Text Box 80">
            <a:extLst>
              <a:ext uri="{FF2B5EF4-FFF2-40B4-BE49-F238E27FC236}">
                <a16:creationId xmlns:a16="http://schemas.microsoft.com/office/drawing/2014/main" id="{E4BDD73E-7497-4D0C-8531-424690864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26" name="Text Box 81">
            <a:extLst>
              <a:ext uri="{FF2B5EF4-FFF2-40B4-BE49-F238E27FC236}">
                <a16:creationId xmlns:a16="http://schemas.microsoft.com/office/drawing/2014/main" id="{67B4EBFA-B85F-4CD3-92E2-2DF4665A5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27" name="Text Box 82">
            <a:extLst>
              <a:ext uri="{FF2B5EF4-FFF2-40B4-BE49-F238E27FC236}">
                <a16:creationId xmlns:a16="http://schemas.microsoft.com/office/drawing/2014/main" id="{EF7EE8F4-D2F1-4BAF-B7BF-DF0CFE546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28" name="Text Box 83">
            <a:extLst>
              <a:ext uri="{FF2B5EF4-FFF2-40B4-BE49-F238E27FC236}">
                <a16:creationId xmlns:a16="http://schemas.microsoft.com/office/drawing/2014/main" id="{95EC0FA5-1E4C-4454-9BDD-BA302858C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29" name="Line 84">
            <a:extLst>
              <a:ext uri="{FF2B5EF4-FFF2-40B4-BE49-F238E27FC236}">
                <a16:creationId xmlns:a16="http://schemas.microsoft.com/office/drawing/2014/main" id="{55D170DF-79CE-4753-9131-5C10AEE731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30" name="Line 85">
            <a:extLst>
              <a:ext uri="{FF2B5EF4-FFF2-40B4-BE49-F238E27FC236}">
                <a16:creationId xmlns:a16="http://schemas.microsoft.com/office/drawing/2014/main" id="{8F441D09-F776-4528-B8A4-5BD64F399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31" name="Line 86">
            <a:extLst>
              <a:ext uri="{FF2B5EF4-FFF2-40B4-BE49-F238E27FC236}">
                <a16:creationId xmlns:a16="http://schemas.microsoft.com/office/drawing/2014/main" id="{9B433EA3-5867-433B-BCAA-8E93EA4B2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32" name="Line 87">
            <a:extLst>
              <a:ext uri="{FF2B5EF4-FFF2-40B4-BE49-F238E27FC236}">
                <a16:creationId xmlns:a16="http://schemas.microsoft.com/office/drawing/2014/main" id="{C445A1B2-91C0-41FD-91CF-A5FF19D4B6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33" name="Text Box 88">
            <a:extLst>
              <a:ext uri="{FF2B5EF4-FFF2-40B4-BE49-F238E27FC236}">
                <a16:creationId xmlns:a16="http://schemas.microsoft.com/office/drawing/2014/main" id="{C3DD8EBC-C0F9-40EB-8358-3EA4F1B96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334" name="Text Box 89">
            <a:extLst>
              <a:ext uri="{FF2B5EF4-FFF2-40B4-BE49-F238E27FC236}">
                <a16:creationId xmlns:a16="http://schemas.microsoft.com/office/drawing/2014/main" id="{0C27A64F-0ED3-45AF-9750-82B77A321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35" name="Text Box 90">
            <a:extLst>
              <a:ext uri="{FF2B5EF4-FFF2-40B4-BE49-F238E27FC236}">
                <a16:creationId xmlns:a16="http://schemas.microsoft.com/office/drawing/2014/main" id="{94AEB087-03B8-4A1C-948C-A99CA97FF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36" name="Text Box 91">
            <a:extLst>
              <a:ext uri="{FF2B5EF4-FFF2-40B4-BE49-F238E27FC236}">
                <a16:creationId xmlns:a16="http://schemas.microsoft.com/office/drawing/2014/main" id="{A8191E6F-EABF-4D82-81FB-E0F6A79F5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37" name="Text Box 92">
            <a:extLst>
              <a:ext uri="{FF2B5EF4-FFF2-40B4-BE49-F238E27FC236}">
                <a16:creationId xmlns:a16="http://schemas.microsoft.com/office/drawing/2014/main" id="{E59C26F1-6884-4B8A-B486-696D94E37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38" name="Line 93">
            <a:extLst>
              <a:ext uri="{FF2B5EF4-FFF2-40B4-BE49-F238E27FC236}">
                <a16:creationId xmlns:a16="http://schemas.microsoft.com/office/drawing/2014/main" id="{AE2035F9-0323-4794-8725-734935EEA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229225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39" name="Line 94">
            <a:extLst>
              <a:ext uri="{FF2B5EF4-FFF2-40B4-BE49-F238E27FC236}">
                <a16:creationId xmlns:a16="http://schemas.microsoft.com/office/drawing/2014/main" id="{BF031E0B-D5ED-48DA-93D2-53AA4690AB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40" name="Line 95">
            <a:extLst>
              <a:ext uri="{FF2B5EF4-FFF2-40B4-BE49-F238E27FC236}">
                <a16:creationId xmlns:a16="http://schemas.microsoft.com/office/drawing/2014/main" id="{73AB8C9A-EB00-4D36-BE4D-690A7EF20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41" name="Line 96">
            <a:extLst>
              <a:ext uri="{FF2B5EF4-FFF2-40B4-BE49-F238E27FC236}">
                <a16:creationId xmlns:a16="http://schemas.microsoft.com/office/drawing/2014/main" id="{8AE8A720-5C9F-412F-A2F4-DD3D13A63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42" name="Line 97">
            <a:extLst>
              <a:ext uri="{FF2B5EF4-FFF2-40B4-BE49-F238E27FC236}">
                <a16:creationId xmlns:a16="http://schemas.microsoft.com/office/drawing/2014/main" id="{1EBBDB1F-E9CB-4DA9-BBE6-5DF8EB8DAE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43" name="Text Box 98">
            <a:extLst>
              <a:ext uri="{FF2B5EF4-FFF2-40B4-BE49-F238E27FC236}">
                <a16:creationId xmlns:a16="http://schemas.microsoft.com/office/drawing/2014/main" id="{3E270C8C-DC1E-4B59-9C59-F58EB4BCB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344" name="Text Box 99">
            <a:extLst>
              <a:ext uri="{FF2B5EF4-FFF2-40B4-BE49-F238E27FC236}">
                <a16:creationId xmlns:a16="http://schemas.microsoft.com/office/drawing/2014/main" id="{FD94CA2C-066C-47CD-988E-5D0329DBD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45" name="Text Box 100">
            <a:extLst>
              <a:ext uri="{FF2B5EF4-FFF2-40B4-BE49-F238E27FC236}">
                <a16:creationId xmlns:a16="http://schemas.microsoft.com/office/drawing/2014/main" id="{CFF3CCCE-9FFF-4C69-BD20-ECED49B0D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46" name="Text Box 101">
            <a:extLst>
              <a:ext uri="{FF2B5EF4-FFF2-40B4-BE49-F238E27FC236}">
                <a16:creationId xmlns:a16="http://schemas.microsoft.com/office/drawing/2014/main" id="{9C8EBA80-7607-4764-A02C-CF05E1889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47" name="Text Box 102">
            <a:extLst>
              <a:ext uri="{FF2B5EF4-FFF2-40B4-BE49-F238E27FC236}">
                <a16:creationId xmlns:a16="http://schemas.microsoft.com/office/drawing/2014/main" id="{00EF632A-025E-4257-9D6E-5A5F0FD1C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48" name="Line 103">
            <a:extLst>
              <a:ext uri="{FF2B5EF4-FFF2-40B4-BE49-F238E27FC236}">
                <a16:creationId xmlns:a16="http://schemas.microsoft.com/office/drawing/2014/main" id="{DF28A761-C15E-49A3-8D4B-243C9A4A77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3068638"/>
            <a:ext cx="0" cy="2160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49" name="Line 104">
            <a:extLst>
              <a:ext uri="{FF2B5EF4-FFF2-40B4-BE49-F238E27FC236}">
                <a16:creationId xmlns:a16="http://schemas.microsoft.com/office/drawing/2014/main" id="{A2359493-6ED0-4F9E-9779-FAA68403F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229225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50" name="Line 105">
            <a:extLst>
              <a:ext uri="{FF2B5EF4-FFF2-40B4-BE49-F238E27FC236}">
                <a16:creationId xmlns:a16="http://schemas.microsoft.com/office/drawing/2014/main" id="{048DFE00-89C6-4A2F-BFBE-0F725F9CF0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51" name="Line 106">
            <a:extLst>
              <a:ext uri="{FF2B5EF4-FFF2-40B4-BE49-F238E27FC236}">
                <a16:creationId xmlns:a16="http://schemas.microsoft.com/office/drawing/2014/main" id="{9B5FD84B-383C-49E6-A0CC-ED0713E47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52" name="Line 107">
            <a:extLst>
              <a:ext uri="{FF2B5EF4-FFF2-40B4-BE49-F238E27FC236}">
                <a16:creationId xmlns:a16="http://schemas.microsoft.com/office/drawing/2014/main" id="{54F001AF-0DBB-4612-A475-77F01280E0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53" name="Line 108">
            <a:extLst>
              <a:ext uri="{FF2B5EF4-FFF2-40B4-BE49-F238E27FC236}">
                <a16:creationId xmlns:a16="http://schemas.microsoft.com/office/drawing/2014/main" id="{24E2BF2B-0E6B-4F7A-8BCB-751D200E9B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54" name="Text Box 109">
            <a:extLst>
              <a:ext uri="{FF2B5EF4-FFF2-40B4-BE49-F238E27FC236}">
                <a16:creationId xmlns:a16="http://schemas.microsoft.com/office/drawing/2014/main" id="{814F513C-3B18-46AB-A20F-214067B93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355" name="Text Box 110">
            <a:extLst>
              <a:ext uri="{FF2B5EF4-FFF2-40B4-BE49-F238E27FC236}">
                <a16:creationId xmlns:a16="http://schemas.microsoft.com/office/drawing/2014/main" id="{EC5ECD97-F92D-4D2F-BB93-1DAE61D20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56" name="Text Box 111">
            <a:extLst>
              <a:ext uri="{FF2B5EF4-FFF2-40B4-BE49-F238E27FC236}">
                <a16:creationId xmlns:a16="http://schemas.microsoft.com/office/drawing/2014/main" id="{5E117C71-7950-49C2-A634-818B98638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57" name="Text Box 112">
            <a:extLst>
              <a:ext uri="{FF2B5EF4-FFF2-40B4-BE49-F238E27FC236}">
                <a16:creationId xmlns:a16="http://schemas.microsoft.com/office/drawing/2014/main" id="{538FE5CF-DB80-49B6-817B-DE8918A40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58" name="Text Box 113">
            <a:extLst>
              <a:ext uri="{FF2B5EF4-FFF2-40B4-BE49-F238E27FC236}">
                <a16:creationId xmlns:a16="http://schemas.microsoft.com/office/drawing/2014/main" id="{A98C4216-E0AA-43DC-8853-11666ED82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59" name="Line 114">
            <a:extLst>
              <a:ext uri="{FF2B5EF4-FFF2-40B4-BE49-F238E27FC236}">
                <a16:creationId xmlns:a16="http://schemas.microsoft.com/office/drawing/2014/main" id="{BB46E4A3-C12C-41CA-B11F-4781F48B70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3068638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0" name="Line 115">
            <a:extLst>
              <a:ext uri="{FF2B5EF4-FFF2-40B4-BE49-F238E27FC236}">
                <a16:creationId xmlns:a16="http://schemas.microsoft.com/office/drawing/2014/main" id="{680988CC-9A3C-434C-A56D-DAB0CE0443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3068638"/>
            <a:ext cx="0" cy="2160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1" name="Line 116">
            <a:extLst>
              <a:ext uri="{FF2B5EF4-FFF2-40B4-BE49-F238E27FC236}">
                <a16:creationId xmlns:a16="http://schemas.microsoft.com/office/drawing/2014/main" id="{2D9D87F6-37DB-4948-A864-9CC6E8E82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229225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2" name="Line 117">
            <a:extLst>
              <a:ext uri="{FF2B5EF4-FFF2-40B4-BE49-F238E27FC236}">
                <a16:creationId xmlns:a16="http://schemas.microsoft.com/office/drawing/2014/main" id="{F5C7244F-6D4A-4ED3-BA65-5FE38AFC9C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3" name="Line 118">
            <a:extLst>
              <a:ext uri="{FF2B5EF4-FFF2-40B4-BE49-F238E27FC236}">
                <a16:creationId xmlns:a16="http://schemas.microsoft.com/office/drawing/2014/main" id="{ABAD7EEA-A223-4546-8E34-6E884B033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4" name="Line 119">
            <a:extLst>
              <a:ext uri="{FF2B5EF4-FFF2-40B4-BE49-F238E27FC236}">
                <a16:creationId xmlns:a16="http://schemas.microsoft.com/office/drawing/2014/main" id="{415ED93C-5603-4EF0-A127-4636C4EF8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5" name="Line 120">
            <a:extLst>
              <a:ext uri="{FF2B5EF4-FFF2-40B4-BE49-F238E27FC236}">
                <a16:creationId xmlns:a16="http://schemas.microsoft.com/office/drawing/2014/main" id="{FB71A24A-397E-49D2-B27A-6DD93345FF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6" name="Text Box 121">
            <a:extLst>
              <a:ext uri="{FF2B5EF4-FFF2-40B4-BE49-F238E27FC236}">
                <a16:creationId xmlns:a16="http://schemas.microsoft.com/office/drawing/2014/main" id="{7A909694-A72C-446C-9E22-AEA62EDBA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367" name="Text Box 122">
            <a:extLst>
              <a:ext uri="{FF2B5EF4-FFF2-40B4-BE49-F238E27FC236}">
                <a16:creationId xmlns:a16="http://schemas.microsoft.com/office/drawing/2014/main" id="{64604DF8-03B2-4459-9F61-49E07478F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68" name="Text Box 123">
            <a:extLst>
              <a:ext uri="{FF2B5EF4-FFF2-40B4-BE49-F238E27FC236}">
                <a16:creationId xmlns:a16="http://schemas.microsoft.com/office/drawing/2014/main" id="{142A64D4-7A4E-478A-B024-FFF973222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69" name="Text Box 124">
            <a:extLst>
              <a:ext uri="{FF2B5EF4-FFF2-40B4-BE49-F238E27FC236}">
                <a16:creationId xmlns:a16="http://schemas.microsoft.com/office/drawing/2014/main" id="{A3655629-3B89-45B4-818C-6203E800B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70" name="Text Box 125">
            <a:extLst>
              <a:ext uri="{FF2B5EF4-FFF2-40B4-BE49-F238E27FC236}">
                <a16:creationId xmlns:a16="http://schemas.microsoft.com/office/drawing/2014/main" id="{B6FD1370-B1DB-49DE-8272-A8992AA4E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71" name="Line 126">
            <a:extLst>
              <a:ext uri="{FF2B5EF4-FFF2-40B4-BE49-F238E27FC236}">
                <a16:creationId xmlns:a16="http://schemas.microsoft.com/office/drawing/2014/main" id="{D0C70080-0293-4F71-A465-D926535EE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221163"/>
            <a:ext cx="792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2" name="Line 127">
            <a:extLst>
              <a:ext uri="{FF2B5EF4-FFF2-40B4-BE49-F238E27FC236}">
                <a16:creationId xmlns:a16="http://schemas.microsoft.com/office/drawing/2014/main" id="{E72964A2-1AAE-407B-AC5F-4567B21411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3068638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3" name="Line 128">
            <a:extLst>
              <a:ext uri="{FF2B5EF4-FFF2-40B4-BE49-F238E27FC236}">
                <a16:creationId xmlns:a16="http://schemas.microsoft.com/office/drawing/2014/main" id="{F0E759D2-3B7A-4F4C-BC71-B28ABBDBA7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3068638"/>
            <a:ext cx="0" cy="2160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4" name="Line 129">
            <a:extLst>
              <a:ext uri="{FF2B5EF4-FFF2-40B4-BE49-F238E27FC236}">
                <a16:creationId xmlns:a16="http://schemas.microsoft.com/office/drawing/2014/main" id="{42B281B1-7AC3-498F-9FFC-02DC402EF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229225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5" name="Line 130">
            <a:extLst>
              <a:ext uri="{FF2B5EF4-FFF2-40B4-BE49-F238E27FC236}">
                <a16:creationId xmlns:a16="http://schemas.microsoft.com/office/drawing/2014/main" id="{57D5C9FA-E010-4CCF-A142-2CA304C5A2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6" name="Line 131">
            <a:extLst>
              <a:ext uri="{FF2B5EF4-FFF2-40B4-BE49-F238E27FC236}">
                <a16:creationId xmlns:a16="http://schemas.microsoft.com/office/drawing/2014/main" id="{E36E517F-8951-4E7A-B853-4EC5715BEF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7" name="Line 132">
            <a:extLst>
              <a:ext uri="{FF2B5EF4-FFF2-40B4-BE49-F238E27FC236}">
                <a16:creationId xmlns:a16="http://schemas.microsoft.com/office/drawing/2014/main" id="{CD8AEFE2-ADA5-4A20-94AC-5D95937D1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8" name="Line 133">
            <a:extLst>
              <a:ext uri="{FF2B5EF4-FFF2-40B4-BE49-F238E27FC236}">
                <a16:creationId xmlns:a16="http://schemas.microsoft.com/office/drawing/2014/main" id="{2BA0C1EF-E1AC-44F3-9E7A-79898FEA30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9" name="Text Box 134">
            <a:extLst>
              <a:ext uri="{FF2B5EF4-FFF2-40B4-BE49-F238E27FC236}">
                <a16:creationId xmlns:a16="http://schemas.microsoft.com/office/drawing/2014/main" id="{4898FF27-2EE7-4979-8465-041B1FE83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380" name="Text Box 135">
            <a:extLst>
              <a:ext uri="{FF2B5EF4-FFF2-40B4-BE49-F238E27FC236}">
                <a16:creationId xmlns:a16="http://schemas.microsoft.com/office/drawing/2014/main" id="{C196D4FF-0100-48AB-83D9-D7E9B0082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81" name="Text Box 136">
            <a:extLst>
              <a:ext uri="{FF2B5EF4-FFF2-40B4-BE49-F238E27FC236}">
                <a16:creationId xmlns:a16="http://schemas.microsoft.com/office/drawing/2014/main" id="{88D16F62-BF8C-4630-AE97-37F893CB2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82" name="Text Box 137">
            <a:extLst>
              <a:ext uri="{FF2B5EF4-FFF2-40B4-BE49-F238E27FC236}">
                <a16:creationId xmlns:a16="http://schemas.microsoft.com/office/drawing/2014/main" id="{F64CF0F3-4459-455B-8209-DDDDEE8B5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83" name="Text Box 138">
            <a:extLst>
              <a:ext uri="{FF2B5EF4-FFF2-40B4-BE49-F238E27FC236}">
                <a16:creationId xmlns:a16="http://schemas.microsoft.com/office/drawing/2014/main" id="{1CCB84A0-5371-4E1E-9CC1-B8624D48E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84" name="Line 139">
            <a:extLst>
              <a:ext uri="{FF2B5EF4-FFF2-40B4-BE49-F238E27FC236}">
                <a16:creationId xmlns:a16="http://schemas.microsoft.com/office/drawing/2014/main" id="{8A2472BC-82AF-4C1F-B217-E4E0318013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4221163"/>
            <a:ext cx="792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85" name="Line 140">
            <a:extLst>
              <a:ext uri="{FF2B5EF4-FFF2-40B4-BE49-F238E27FC236}">
                <a16:creationId xmlns:a16="http://schemas.microsoft.com/office/drawing/2014/main" id="{6C566FFC-1908-419B-BDC4-B69224A2E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221163"/>
            <a:ext cx="792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86" name="Line 141">
            <a:extLst>
              <a:ext uri="{FF2B5EF4-FFF2-40B4-BE49-F238E27FC236}">
                <a16:creationId xmlns:a16="http://schemas.microsoft.com/office/drawing/2014/main" id="{5F0220EF-485B-46EA-B9BD-0D8F991187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3068638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87" name="Line 142">
            <a:extLst>
              <a:ext uri="{FF2B5EF4-FFF2-40B4-BE49-F238E27FC236}">
                <a16:creationId xmlns:a16="http://schemas.microsoft.com/office/drawing/2014/main" id="{6EA0F248-BA5B-4054-9BFA-9B507893F1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3068638"/>
            <a:ext cx="0" cy="2160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88" name="Line 143">
            <a:extLst>
              <a:ext uri="{FF2B5EF4-FFF2-40B4-BE49-F238E27FC236}">
                <a16:creationId xmlns:a16="http://schemas.microsoft.com/office/drawing/2014/main" id="{C7B4C0E3-F5B6-4717-ACA9-A228D388B6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229225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89" name="Line 144">
            <a:extLst>
              <a:ext uri="{FF2B5EF4-FFF2-40B4-BE49-F238E27FC236}">
                <a16:creationId xmlns:a16="http://schemas.microsoft.com/office/drawing/2014/main" id="{E59FB39C-A286-40C6-9C72-F52C66BE91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90" name="Line 145">
            <a:extLst>
              <a:ext uri="{FF2B5EF4-FFF2-40B4-BE49-F238E27FC236}">
                <a16:creationId xmlns:a16="http://schemas.microsoft.com/office/drawing/2014/main" id="{0200BBA1-3849-4D97-941C-295755501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91" name="Line 146">
            <a:extLst>
              <a:ext uri="{FF2B5EF4-FFF2-40B4-BE49-F238E27FC236}">
                <a16:creationId xmlns:a16="http://schemas.microsoft.com/office/drawing/2014/main" id="{CD15F149-1282-467D-A399-0F3387A44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92" name="Line 147">
            <a:extLst>
              <a:ext uri="{FF2B5EF4-FFF2-40B4-BE49-F238E27FC236}">
                <a16:creationId xmlns:a16="http://schemas.microsoft.com/office/drawing/2014/main" id="{D09AEC10-B430-4208-82BC-CFB68FD4D8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93" name="Text Box 148">
            <a:extLst>
              <a:ext uri="{FF2B5EF4-FFF2-40B4-BE49-F238E27FC236}">
                <a16:creationId xmlns:a16="http://schemas.microsoft.com/office/drawing/2014/main" id="{6886DB60-D617-45BE-B77A-D5D35B63A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394" name="Text Box 149">
            <a:extLst>
              <a:ext uri="{FF2B5EF4-FFF2-40B4-BE49-F238E27FC236}">
                <a16:creationId xmlns:a16="http://schemas.microsoft.com/office/drawing/2014/main" id="{C8A6B557-769B-469E-A42B-80748F59F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395" name="Text Box 150">
            <a:extLst>
              <a:ext uri="{FF2B5EF4-FFF2-40B4-BE49-F238E27FC236}">
                <a16:creationId xmlns:a16="http://schemas.microsoft.com/office/drawing/2014/main" id="{479B6490-28F5-4EE5-9381-6E734887C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396" name="Text Box 151">
            <a:extLst>
              <a:ext uri="{FF2B5EF4-FFF2-40B4-BE49-F238E27FC236}">
                <a16:creationId xmlns:a16="http://schemas.microsoft.com/office/drawing/2014/main" id="{50890492-0CE7-42D5-A553-30F1B338E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397" name="Text Box 152">
            <a:extLst>
              <a:ext uri="{FF2B5EF4-FFF2-40B4-BE49-F238E27FC236}">
                <a16:creationId xmlns:a16="http://schemas.microsoft.com/office/drawing/2014/main" id="{E9458D28-D109-42CE-9BC9-233F61A45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398" name="Line 153">
            <a:extLst>
              <a:ext uri="{FF2B5EF4-FFF2-40B4-BE49-F238E27FC236}">
                <a16:creationId xmlns:a16="http://schemas.microsoft.com/office/drawing/2014/main" id="{D38FAE8C-FDCE-4A7E-A54D-AE321DF978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4437063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99" name="Line 154">
            <a:extLst>
              <a:ext uri="{FF2B5EF4-FFF2-40B4-BE49-F238E27FC236}">
                <a16:creationId xmlns:a16="http://schemas.microsoft.com/office/drawing/2014/main" id="{E36913E2-A526-4CFC-8EB8-DE8E1398B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4221163"/>
            <a:ext cx="792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00" name="Line 155">
            <a:extLst>
              <a:ext uri="{FF2B5EF4-FFF2-40B4-BE49-F238E27FC236}">
                <a16:creationId xmlns:a16="http://schemas.microsoft.com/office/drawing/2014/main" id="{C97C5407-3123-45F6-8300-2190F558C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221163"/>
            <a:ext cx="792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01" name="Line 156">
            <a:extLst>
              <a:ext uri="{FF2B5EF4-FFF2-40B4-BE49-F238E27FC236}">
                <a16:creationId xmlns:a16="http://schemas.microsoft.com/office/drawing/2014/main" id="{3F535796-1E31-4E1D-8333-1ADC69E97B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3068638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02" name="Line 157">
            <a:extLst>
              <a:ext uri="{FF2B5EF4-FFF2-40B4-BE49-F238E27FC236}">
                <a16:creationId xmlns:a16="http://schemas.microsoft.com/office/drawing/2014/main" id="{DE2859C7-890C-4BF0-9B83-9462EC9777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3068638"/>
            <a:ext cx="0" cy="2160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03" name="Line 158">
            <a:extLst>
              <a:ext uri="{FF2B5EF4-FFF2-40B4-BE49-F238E27FC236}">
                <a16:creationId xmlns:a16="http://schemas.microsoft.com/office/drawing/2014/main" id="{8175F95F-0F8C-4ABB-A5B8-594B7ECDB3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229225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04" name="Line 159">
            <a:extLst>
              <a:ext uri="{FF2B5EF4-FFF2-40B4-BE49-F238E27FC236}">
                <a16:creationId xmlns:a16="http://schemas.microsoft.com/office/drawing/2014/main" id="{8D57D341-9A89-4548-8F3A-99DCF8BE91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05" name="Line 160">
            <a:extLst>
              <a:ext uri="{FF2B5EF4-FFF2-40B4-BE49-F238E27FC236}">
                <a16:creationId xmlns:a16="http://schemas.microsoft.com/office/drawing/2014/main" id="{028FDA6B-4D02-4DED-A44B-97B2B8418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06" name="Line 161">
            <a:extLst>
              <a:ext uri="{FF2B5EF4-FFF2-40B4-BE49-F238E27FC236}">
                <a16:creationId xmlns:a16="http://schemas.microsoft.com/office/drawing/2014/main" id="{D156FC83-62E4-467E-99FF-48F9EB1CA2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07" name="Line 162">
            <a:extLst>
              <a:ext uri="{FF2B5EF4-FFF2-40B4-BE49-F238E27FC236}">
                <a16:creationId xmlns:a16="http://schemas.microsoft.com/office/drawing/2014/main" id="{C4E6ADEB-69F2-48C4-A59E-6C60D2D5E4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08" name="Text Box 163">
            <a:extLst>
              <a:ext uri="{FF2B5EF4-FFF2-40B4-BE49-F238E27FC236}">
                <a16:creationId xmlns:a16="http://schemas.microsoft.com/office/drawing/2014/main" id="{6EE3DC78-49A5-4D93-A1AA-F05286829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409" name="Text Box 164">
            <a:extLst>
              <a:ext uri="{FF2B5EF4-FFF2-40B4-BE49-F238E27FC236}">
                <a16:creationId xmlns:a16="http://schemas.microsoft.com/office/drawing/2014/main" id="{C4AC4E8B-06F9-4797-A52F-494914476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410" name="Text Box 165">
            <a:extLst>
              <a:ext uri="{FF2B5EF4-FFF2-40B4-BE49-F238E27FC236}">
                <a16:creationId xmlns:a16="http://schemas.microsoft.com/office/drawing/2014/main" id="{646A3F5E-281D-442B-87F0-BFACAEF44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411" name="Text Box 166">
            <a:extLst>
              <a:ext uri="{FF2B5EF4-FFF2-40B4-BE49-F238E27FC236}">
                <a16:creationId xmlns:a16="http://schemas.microsoft.com/office/drawing/2014/main" id="{B9CBAA71-66AB-476D-B804-1D4084C3D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412" name="Text Box 167">
            <a:extLst>
              <a:ext uri="{FF2B5EF4-FFF2-40B4-BE49-F238E27FC236}">
                <a16:creationId xmlns:a16="http://schemas.microsoft.com/office/drawing/2014/main" id="{9ED097FB-C16E-4E8F-9EF3-AE15FB041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413" name="Line 168">
            <a:extLst>
              <a:ext uri="{FF2B5EF4-FFF2-40B4-BE49-F238E27FC236}">
                <a16:creationId xmlns:a16="http://schemas.microsoft.com/office/drawing/2014/main" id="{140D499B-15CB-4A2B-82B4-C2AC65E11A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4437063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14" name="Line 169">
            <a:extLst>
              <a:ext uri="{FF2B5EF4-FFF2-40B4-BE49-F238E27FC236}">
                <a16:creationId xmlns:a16="http://schemas.microsoft.com/office/drawing/2014/main" id="{1F919B3D-B021-497E-A190-F8D81D048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4437063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15" name="Line 170">
            <a:extLst>
              <a:ext uri="{FF2B5EF4-FFF2-40B4-BE49-F238E27FC236}">
                <a16:creationId xmlns:a16="http://schemas.microsoft.com/office/drawing/2014/main" id="{3637D380-7637-415F-ADB7-493D8AAAE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4221163"/>
            <a:ext cx="792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16" name="Line 171">
            <a:extLst>
              <a:ext uri="{FF2B5EF4-FFF2-40B4-BE49-F238E27FC236}">
                <a16:creationId xmlns:a16="http://schemas.microsoft.com/office/drawing/2014/main" id="{4D31E087-5F2F-4B66-9107-2360EC669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221163"/>
            <a:ext cx="792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17" name="Line 172">
            <a:extLst>
              <a:ext uri="{FF2B5EF4-FFF2-40B4-BE49-F238E27FC236}">
                <a16:creationId xmlns:a16="http://schemas.microsoft.com/office/drawing/2014/main" id="{A512EB02-768E-4520-970C-A73FD179ED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3068638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18" name="Line 173">
            <a:extLst>
              <a:ext uri="{FF2B5EF4-FFF2-40B4-BE49-F238E27FC236}">
                <a16:creationId xmlns:a16="http://schemas.microsoft.com/office/drawing/2014/main" id="{E64026B2-587F-4F43-84F3-20E1E972A1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3068638"/>
            <a:ext cx="0" cy="2160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19" name="Line 174">
            <a:extLst>
              <a:ext uri="{FF2B5EF4-FFF2-40B4-BE49-F238E27FC236}">
                <a16:creationId xmlns:a16="http://schemas.microsoft.com/office/drawing/2014/main" id="{0D772A1F-81D7-4A39-97FC-5C0E55D011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229225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20" name="Line 175">
            <a:extLst>
              <a:ext uri="{FF2B5EF4-FFF2-40B4-BE49-F238E27FC236}">
                <a16:creationId xmlns:a16="http://schemas.microsoft.com/office/drawing/2014/main" id="{14AE2935-0CD0-4193-888F-28B7C8FDB8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21" name="Line 176">
            <a:extLst>
              <a:ext uri="{FF2B5EF4-FFF2-40B4-BE49-F238E27FC236}">
                <a16:creationId xmlns:a16="http://schemas.microsoft.com/office/drawing/2014/main" id="{B4118CFA-59E5-4AD9-BB4F-43B7CE7DE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22" name="Line 177">
            <a:extLst>
              <a:ext uri="{FF2B5EF4-FFF2-40B4-BE49-F238E27FC236}">
                <a16:creationId xmlns:a16="http://schemas.microsoft.com/office/drawing/2014/main" id="{796F6BC6-8193-491A-8764-CAB0E55AB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23" name="Line 178">
            <a:extLst>
              <a:ext uri="{FF2B5EF4-FFF2-40B4-BE49-F238E27FC236}">
                <a16:creationId xmlns:a16="http://schemas.microsoft.com/office/drawing/2014/main" id="{488FC3CA-E884-4A30-92D0-B736671626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24" name="Text Box 179">
            <a:extLst>
              <a:ext uri="{FF2B5EF4-FFF2-40B4-BE49-F238E27FC236}">
                <a16:creationId xmlns:a16="http://schemas.microsoft.com/office/drawing/2014/main" id="{CF6414EF-A30B-473C-9118-77DCBB189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425" name="Text Box 180">
            <a:extLst>
              <a:ext uri="{FF2B5EF4-FFF2-40B4-BE49-F238E27FC236}">
                <a16:creationId xmlns:a16="http://schemas.microsoft.com/office/drawing/2014/main" id="{148A1610-3380-43D9-AFDC-F26639D6B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426" name="Text Box 181">
            <a:extLst>
              <a:ext uri="{FF2B5EF4-FFF2-40B4-BE49-F238E27FC236}">
                <a16:creationId xmlns:a16="http://schemas.microsoft.com/office/drawing/2014/main" id="{8CC09A25-2BA2-4232-9169-10B0747B1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427" name="Text Box 182">
            <a:extLst>
              <a:ext uri="{FF2B5EF4-FFF2-40B4-BE49-F238E27FC236}">
                <a16:creationId xmlns:a16="http://schemas.microsoft.com/office/drawing/2014/main" id="{35EBCC8C-2EBE-4160-8EAE-F94FC8A02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428" name="Text Box 183">
            <a:extLst>
              <a:ext uri="{FF2B5EF4-FFF2-40B4-BE49-F238E27FC236}">
                <a16:creationId xmlns:a16="http://schemas.microsoft.com/office/drawing/2014/main" id="{445A15EC-5FB2-4B44-B513-5038F91A7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sp>
        <p:nvSpPr>
          <p:cNvPr id="11429" name="Line 184">
            <a:extLst>
              <a:ext uri="{FF2B5EF4-FFF2-40B4-BE49-F238E27FC236}">
                <a16:creationId xmlns:a16="http://schemas.microsoft.com/office/drawing/2014/main" id="{6727F895-F09C-4C20-9BD5-4AE75DF419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1638" y="3284538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30" name="Line 185">
            <a:extLst>
              <a:ext uri="{FF2B5EF4-FFF2-40B4-BE49-F238E27FC236}">
                <a16:creationId xmlns:a16="http://schemas.microsoft.com/office/drawing/2014/main" id="{8478BF35-25C9-4253-8B07-B77660179C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4437063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31" name="Line 186">
            <a:extLst>
              <a:ext uri="{FF2B5EF4-FFF2-40B4-BE49-F238E27FC236}">
                <a16:creationId xmlns:a16="http://schemas.microsoft.com/office/drawing/2014/main" id="{965C71D1-E99B-4DE6-9A9E-7AB4031B5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4437063"/>
            <a:ext cx="0" cy="649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32" name="Line 187">
            <a:extLst>
              <a:ext uri="{FF2B5EF4-FFF2-40B4-BE49-F238E27FC236}">
                <a16:creationId xmlns:a16="http://schemas.microsoft.com/office/drawing/2014/main" id="{5D089DB3-335A-49EA-A17C-7CC0403CB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4221163"/>
            <a:ext cx="792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33" name="Line 188">
            <a:extLst>
              <a:ext uri="{FF2B5EF4-FFF2-40B4-BE49-F238E27FC236}">
                <a16:creationId xmlns:a16="http://schemas.microsoft.com/office/drawing/2014/main" id="{B7E8F118-8200-45F1-8DA1-E452683FE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221163"/>
            <a:ext cx="792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34" name="Line 189">
            <a:extLst>
              <a:ext uri="{FF2B5EF4-FFF2-40B4-BE49-F238E27FC236}">
                <a16:creationId xmlns:a16="http://schemas.microsoft.com/office/drawing/2014/main" id="{CE9F7438-A386-43ED-BA38-551FB79054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9700" y="3068638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35" name="Line 190">
            <a:extLst>
              <a:ext uri="{FF2B5EF4-FFF2-40B4-BE49-F238E27FC236}">
                <a16:creationId xmlns:a16="http://schemas.microsoft.com/office/drawing/2014/main" id="{E34E91B7-14F9-48AB-9C73-99451B5324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3068638"/>
            <a:ext cx="0" cy="2160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36" name="Line 191">
            <a:extLst>
              <a:ext uri="{FF2B5EF4-FFF2-40B4-BE49-F238E27FC236}">
                <a16:creationId xmlns:a16="http://schemas.microsoft.com/office/drawing/2014/main" id="{9AD7FC2C-66C7-4A22-A6E4-6C22D0B728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229225"/>
            <a:ext cx="431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37" name="Line 192">
            <a:extLst>
              <a:ext uri="{FF2B5EF4-FFF2-40B4-BE49-F238E27FC236}">
                <a16:creationId xmlns:a16="http://schemas.microsoft.com/office/drawing/2014/main" id="{E719A126-DA61-4B9E-A4CA-A30ECEB9E4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38" name="Line 193">
            <a:extLst>
              <a:ext uri="{FF2B5EF4-FFF2-40B4-BE49-F238E27FC236}">
                <a16:creationId xmlns:a16="http://schemas.microsoft.com/office/drawing/2014/main" id="{7AB33419-97C7-4645-8771-7DAA2F63E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39" name="Line 194">
            <a:extLst>
              <a:ext uri="{FF2B5EF4-FFF2-40B4-BE49-F238E27FC236}">
                <a16:creationId xmlns:a16="http://schemas.microsoft.com/office/drawing/2014/main" id="{F848F6E8-6398-46B1-8226-6ED660BBE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445125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40" name="Line 195">
            <a:extLst>
              <a:ext uri="{FF2B5EF4-FFF2-40B4-BE49-F238E27FC236}">
                <a16:creationId xmlns:a16="http://schemas.microsoft.com/office/drawing/2014/main" id="{AE22555F-4C5E-4180-A410-41E2D4AB4B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437063"/>
            <a:ext cx="0" cy="10080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41" name="Text Box 196">
            <a:extLst>
              <a:ext uri="{FF2B5EF4-FFF2-40B4-BE49-F238E27FC236}">
                <a16:creationId xmlns:a16="http://schemas.microsoft.com/office/drawing/2014/main" id="{8A55018D-9587-4DD0-9209-7A4358183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084763"/>
            <a:ext cx="1295400" cy="5191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控制器</a:t>
            </a:r>
          </a:p>
        </p:txBody>
      </p:sp>
      <p:sp>
        <p:nvSpPr>
          <p:cNvPr id="11442" name="Text Box 197">
            <a:extLst>
              <a:ext uri="{FF2B5EF4-FFF2-40B4-BE49-F238E27FC236}">
                <a16:creationId xmlns:a16="http://schemas.microsoft.com/office/drawing/2014/main" id="{457F2BFD-C45F-46A2-83DC-B08C2CA6E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2781300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运算器</a:t>
            </a:r>
          </a:p>
        </p:txBody>
      </p:sp>
      <p:sp>
        <p:nvSpPr>
          <p:cNvPr id="11443" name="Text Box 198">
            <a:extLst>
              <a:ext uri="{FF2B5EF4-FFF2-40B4-BE49-F238E27FC236}">
                <a16:creationId xmlns:a16="http://schemas.microsoft.com/office/drawing/2014/main" id="{01E6C60F-1CCF-4F0C-82CD-4E9D8A8FB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33825"/>
            <a:ext cx="1655762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输出设备</a:t>
            </a:r>
          </a:p>
        </p:txBody>
      </p:sp>
      <p:sp>
        <p:nvSpPr>
          <p:cNvPr id="11444" name="Text Box 199">
            <a:extLst>
              <a:ext uri="{FF2B5EF4-FFF2-40B4-BE49-F238E27FC236}">
                <a16:creationId xmlns:a16="http://schemas.microsoft.com/office/drawing/2014/main" id="{42987B77-183D-4A53-967D-22556F723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1655763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输入设备</a:t>
            </a:r>
          </a:p>
        </p:txBody>
      </p:sp>
      <p:sp>
        <p:nvSpPr>
          <p:cNvPr id="11445" name="Text Box 200">
            <a:extLst>
              <a:ext uri="{FF2B5EF4-FFF2-40B4-BE49-F238E27FC236}">
                <a16:creationId xmlns:a16="http://schemas.microsoft.com/office/drawing/2014/main" id="{AE3B5366-BAE1-4142-A0E0-6E6D52FAE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933825"/>
            <a:ext cx="1295400" cy="51911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存储器</a:t>
            </a:r>
          </a:p>
        </p:txBody>
      </p:sp>
      <p:grpSp>
        <p:nvGrpSpPr>
          <p:cNvPr id="11446" name="Group 219">
            <a:extLst>
              <a:ext uri="{FF2B5EF4-FFF2-40B4-BE49-F238E27FC236}">
                <a16:creationId xmlns:a16="http://schemas.microsoft.com/office/drawing/2014/main" id="{41D35399-9421-487F-BA5A-35C95163F9B3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2781300"/>
            <a:ext cx="6191250" cy="2822575"/>
            <a:chOff x="930" y="1752"/>
            <a:chExt cx="3900" cy="1778"/>
          </a:xfrm>
        </p:grpSpPr>
        <p:sp>
          <p:nvSpPr>
            <p:cNvPr id="11447" name="Line 201">
              <a:extLst>
                <a:ext uri="{FF2B5EF4-FFF2-40B4-BE49-F238E27FC236}">
                  <a16:creationId xmlns:a16="http://schemas.microsoft.com/office/drawing/2014/main" id="{E1C48C4D-48EA-4881-A675-F86751DC1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069"/>
              <a:ext cx="0" cy="4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8" name="Line 202">
              <a:extLst>
                <a:ext uri="{FF2B5EF4-FFF2-40B4-BE49-F238E27FC236}">
                  <a16:creationId xmlns:a16="http://schemas.microsoft.com/office/drawing/2014/main" id="{3275CB3E-84A3-4ABC-A2C9-2F5F34BA5B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3" y="2069"/>
              <a:ext cx="0" cy="4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9" name="Line 203">
              <a:extLst>
                <a:ext uri="{FF2B5EF4-FFF2-40B4-BE49-F238E27FC236}">
                  <a16:creationId xmlns:a16="http://schemas.microsoft.com/office/drawing/2014/main" id="{34F5BA66-E10E-4D65-9444-7578F0A2A9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1" y="2795"/>
              <a:ext cx="0" cy="4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0" name="Line 204">
              <a:extLst>
                <a:ext uri="{FF2B5EF4-FFF2-40B4-BE49-F238E27FC236}">
                  <a16:creationId xmlns:a16="http://schemas.microsoft.com/office/drawing/2014/main" id="{72C67B0A-EB72-4AE2-9C3E-2171D523E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2795"/>
              <a:ext cx="0" cy="4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1" name="Line 205">
              <a:extLst>
                <a:ext uri="{FF2B5EF4-FFF2-40B4-BE49-F238E27FC236}">
                  <a16:creationId xmlns:a16="http://schemas.microsoft.com/office/drawing/2014/main" id="{7D41FD54-5673-4BF4-B127-9D1A54A349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659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2" name="Line 206">
              <a:extLst>
                <a:ext uri="{FF2B5EF4-FFF2-40B4-BE49-F238E27FC236}">
                  <a16:creationId xmlns:a16="http://schemas.microsoft.com/office/drawing/2014/main" id="{FF3FD059-ABFB-4EF7-9A07-89FF78469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659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3" name="Line 207">
              <a:extLst>
                <a:ext uri="{FF2B5EF4-FFF2-40B4-BE49-F238E27FC236}">
                  <a16:creationId xmlns:a16="http://schemas.microsoft.com/office/drawing/2014/main" id="{726CD40D-3E77-4832-8315-9D6FFA3DF3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8" y="1933"/>
              <a:ext cx="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4" name="Line 208">
              <a:extLst>
                <a:ext uri="{FF2B5EF4-FFF2-40B4-BE49-F238E27FC236}">
                  <a16:creationId xmlns:a16="http://schemas.microsoft.com/office/drawing/2014/main" id="{9CD9D21A-16E3-4147-989E-62BFD3CFDC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0" y="1933"/>
              <a:ext cx="0" cy="13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5" name="Line 209">
              <a:extLst>
                <a:ext uri="{FF2B5EF4-FFF2-40B4-BE49-F238E27FC236}">
                  <a16:creationId xmlns:a16="http://schemas.microsoft.com/office/drawing/2014/main" id="{3543E48D-A549-4613-BC9A-A90070105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294"/>
              <a:ext cx="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6" name="Line 210">
              <a:extLst>
                <a:ext uri="{FF2B5EF4-FFF2-40B4-BE49-F238E27FC236}">
                  <a16:creationId xmlns:a16="http://schemas.microsoft.com/office/drawing/2014/main" id="{9F2B4C08-A7CE-4D77-B733-D0A865065B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2795"/>
              <a:ext cx="0" cy="6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7" name="Line 211">
              <a:extLst>
                <a:ext uri="{FF2B5EF4-FFF2-40B4-BE49-F238E27FC236}">
                  <a16:creationId xmlns:a16="http://schemas.microsoft.com/office/drawing/2014/main" id="{ED887A08-BF78-41D8-9EA0-57521CC26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430"/>
              <a:ext cx="9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8" name="Line 212">
              <a:extLst>
                <a:ext uri="{FF2B5EF4-FFF2-40B4-BE49-F238E27FC236}">
                  <a16:creationId xmlns:a16="http://schemas.microsoft.com/office/drawing/2014/main" id="{A5AF1B7E-9BFA-4896-BBB3-70EF12CED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3430"/>
              <a:ext cx="9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9" name="Line 213">
              <a:extLst>
                <a:ext uri="{FF2B5EF4-FFF2-40B4-BE49-F238E27FC236}">
                  <a16:creationId xmlns:a16="http://schemas.microsoft.com/office/drawing/2014/main" id="{06C9C957-18FA-4655-AFB1-A771BA68D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4" y="2795"/>
              <a:ext cx="0" cy="6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0" name="Text Box 214">
              <a:extLst>
                <a:ext uri="{FF2B5EF4-FFF2-40B4-BE49-F238E27FC236}">
                  <a16:creationId xmlns:a16="http://schemas.microsoft.com/office/drawing/2014/main" id="{3A2C49EC-E042-46A6-B9E6-A11CF39B7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3203"/>
              <a:ext cx="816" cy="32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ea typeface="楷体" panose="02010609060101010101" pitchFamily="49" charset="-122"/>
                </a:rPr>
                <a:t>控制器</a:t>
              </a:r>
            </a:p>
          </p:txBody>
        </p:sp>
        <p:sp>
          <p:nvSpPr>
            <p:cNvPr id="11461" name="Text Box 215">
              <a:extLst>
                <a:ext uri="{FF2B5EF4-FFF2-40B4-BE49-F238E27FC236}">
                  <a16:creationId xmlns:a16="http://schemas.microsoft.com/office/drawing/2014/main" id="{28E63238-1A89-4E62-B3E7-A49253265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1752"/>
              <a:ext cx="816" cy="32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ea typeface="楷体" panose="02010609060101010101" pitchFamily="49" charset="-122"/>
                </a:rPr>
                <a:t>运算器</a:t>
              </a:r>
            </a:p>
          </p:txBody>
        </p:sp>
        <p:sp>
          <p:nvSpPr>
            <p:cNvPr id="11462" name="Text Box 216">
              <a:extLst>
                <a:ext uri="{FF2B5EF4-FFF2-40B4-BE49-F238E27FC236}">
                  <a16:creationId xmlns:a16="http://schemas.microsoft.com/office/drawing/2014/main" id="{C8BB821B-8E3A-4024-81A6-3DE04FEED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478"/>
              <a:ext cx="1043" cy="32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ea typeface="楷体" panose="02010609060101010101" pitchFamily="49" charset="-122"/>
                </a:rPr>
                <a:t>输出设备</a:t>
              </a:r>
            </a:p>
          </p:txBody>
        </p:sp>
        <p:sp>
          <p:nvSpPr>
            <p:cNvPr id="11463" name="Text Box 217">
              <a:extLst>
                <a:ext uri="{FF2B5EF4-FFF2-40B4-BE49-F238E27FC236}">
                  <a16:creationId xmlns:a16="http://schemas.microsoft.com/office/drawing/2014/main" id="{40BBF618-EA30-439C-9E74-F5063034C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2478"/>
              <a:ext cx="1043" cy="32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ea typeface="楷体" panose="02010609060101010101" pitchFamily="49" charset="-122"/>
                </a:rPr>
                <a:t>输入设备</a:t>
              </a:r>
            </a:p>
          </p:txBody>
        </p:sp>
        <p:sp>
          <p:nvSpPr>
            <p:cNvPr id="11464" name="Text Box 218">
              <a:extLst>
                <a:ext uri="{FF2B5EF4-FFF2-40B4-BE49-F238E27FC236}">
                  <a16:creationId xmlns:a16="http://schemas.microsoft.com/office/drawing/2014/main" id="{D91DF4AC-52EC-43D9-9C48-88EF3E9FC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2478"/>
              <a:ext cx="816" cy="32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ea typeface="楷体" panose="02010609060101010101" pitchFamily="49" charset="-122"/>
                </a:rPr>
                <a:t>存储器</a:t>
              </a:r>
            </a:p>
          </p:txBody>
        </p:sp>
      </p:grpSp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1027">
            <a:extLst>
              <a:ext uri="{FF2B5EF4-FFF2-40B4-BE49-F238E27FC236}">
                <a16:creationId xmlns:a16="http://schemas.microsoft.com/office/drawing/2014/main" id="{B8C2EB27-8089-45A7-90CF-A030CD5F4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" name="Line 1031">
            <a:extLst>
              <a:ext uri="{FF2B5EF4-FFF2-40B4-BE49-F238E27FC236}">
                <a16:creationId xmlns:a16="http://schemas.microsoft.com/office/drawing/2014/main" id="{6B2CF6E6-6524-4472-A5D3-435962310E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6" name="AutoShape 1032">
            <a:extLst>
              <a:ext uri="{FF2B5EF4-FFF2-40B4-BE49-F238E27FC236}">
                <a16:creationId xmlns:a16="http://schemas.microsoft.com/office/drawing/2014/main" id="{6C7588EF-B48D-48E1-8F3A-766FA5710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317" name="AutoShape 1033">
            <a:extLst>
              <a:ext uri="{FF2B5EF4-FFF2-40B4-BE49-F238E27FC236}">
                <a16:creationId xmlns:a16="http://schemas.microsoft.com/office/drawing/2014/main" id="{3A233AD1-EE73-427F-B53C-1A129F5D6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4AFFE29C-20A7-4685-ABFE-42B8C0FC1EB0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319" name="组合 31">
            <a:extLst>
              <a:ext uri="{FF2B5EF4-FFF2-40B4-BE49-F238E27FC236}">
                <a16:creationId xmlns:a16="http://schemas.microsoft.com/office/drawing/2014/main" id="{4081DE77-3F41-47F1-9707-5DA67B17F53E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557338"/>
            <a:ext cx="7162800" cy="4486275"/>
            <a:chOff x="1524000" y="1524000"/>
            <a:chExt cx="7162800" cy="4485927"/>
          </a:xfrm>
        </p:grpSpPr>
        <p:sp>
          <p:nvSpPr>
            <p:cNvPr id="13326" name="Rectangle 3">
              <a:extLst>
                <a:ext uri="{FF2B5EF4-FFF2-40B4-BE49-F238E27FC236}">
                  <a16:creationId xmlns:a16="http://schemas.microsoft.com/office/drawing/2014/main" id="{F35189E9-282D-446E-9D32-8D6BAEFB0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1524000"/>
              <a:ext cx="1370013" cy="519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PC</a:t>
              </a:r>
              <a:r>
                <a:rPr lang="zh-CN" altLang="en-US" sz="2800">
                  <a:solidFill>
                    <a:srgbClr val="000000"/>
                  </a:solidFill>
                </a:rPr>
                <a:t>机：</a:t>
              </a:r>
            </a:p>
          </p:txBody>
        </p:sp>
        <p:sp>
          <p:nvSpPr>
            <p:cNvPr id="13327" name="Text Box 4">
              <a:extLst>
                <a:ext uri="{FF2B5EF4-FFF2-40B4-BE49-F238E27FC236}">
                  <a16:creationId xmlns:a16="http://schemas.microsoft.com/office/drawing/2014/main" id="{1B5A4070-5343-4CEA-8037-E5A3F87E1F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2590800"/>
              <a:ext cx="1524000" cy="866775"/>
            </a:xfrm>
            <a:prstGeom prst="rect">
              <a:avLst/>
            </a:prstGeom>
            <a:noFill/>
            <a:ln w="12700" cap="sq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</a:rPr>
                <a:t>中央处理机</a:t>
              </a:r>
            </a:p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</a:rPr>
                <a:t>      </a:t>
              </a:r>
              <a:r>
                <a:rPr lang="en-US" altLang="zh-CN">
                  <a:solidFill>
                    <a:srgbClr val="000000"/>
                  </a:solidFill>
                </a:rPr>
                <a:t>CPU</a:t>
              </a:r>
            </a:p>
          </p:txBody>
        </p:sp>
        <p:sp>
          <p:nvSpPr>
            <p:cNvPr id="13328" name="Text Box 5">
              <a:extLst>
                <a:ext uri="{FF2B5EF4-FFF2-40B4-BE49-F238E27FC236}">
                  <a16:creationId xmlns:a16="http://schemas.microsoft.com/office/drawing/2014/main" id="{78FC65C5-4284-4EDC-B832-7989220EF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590800"/>
              <a:ext cx="1219200" cy="866775"/>
            </a:xfrm>
            <a:prstGeom prst="rect">
              <a:avLst/>
            </a:prstGeom>
            <a:noFill/>
            <a:ln w="12700" cap="sq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  <a:latin typeface="楷体_GB2312" pitchFamily="49" charset="-122"/>
                </a:rPr>
                <a:t>总线控制</a:t>
              </a:r>
            </a:p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  <a:latin typeface="楷体_GB2312" pitchFamily="49" charset="-122"/>
                </a:rPr>
                <a:t>  逻辑</a:t>
              </a:r>
            </a:p>
          </p:txBody>
        </p:sp>
        <p:sp>
          <p:nvSpPr>
            <p:cNvPr id="13329" name="AutoShape 6">
              <a:extLst>
                <a:ext uri="{FF2B5EF4-FFF2-40B4-BE49-F238E27FC236}">
                  <a16:creationId xmlns:a16="http://schemas.microsoft.com/office/drawing/2014/main" id="{26F6FC75-6AF3-44FA-B203-BEAD105CA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19400"/>
              <a:ext cx="533400" cy="457200"/>
            </a:xfrm>
            <a:prstGeom prst="leftRightArrow">
              <a:avLst>
                <a:gd name="adj1" fmla="val 50000"/>
                <a:gd name="adj2" fmla="val 23333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13330" name="AutoShape 7">
              <a:extLst>
                <a:ext uri="{FF2B5EF4-FFF2-40B4-BE49-F238E27FC236}">
                  <a16:creationId xmlns:a16="http://schemas.microsoft.com/office/drawing/2014/main" id="{4DAC8850-607C-4ABC-B344-70361D342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2781300"/>
              <a:ext cx="1066800" cy="457200"/>
            </a:xfrm>
            <a:prstGeom prst="leftRightArrow">
              <a:avLst>
                <a:gd name="adj1" fmla="val 50000"/>
                <a:gd name="adj2" fmla="val 4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13331" name="Text Box 8">
              <a:extLst>
                <a:ext uri="{FF2B5EF4-FFF2-40B4-BE49-F238E27FC236}">
                  <a16:creationId xmlns:a16="http://schemas.microsoft.com/office/drawing/2014/main" id="{E0CFD177-A14E-4ECF-BA06-932E168B9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4343400"/>
              <a:ext cx="831850" cy="409575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</a:rPr>
                <a:t>接  口</a:t>
              </a:r>
              <a:endParaRPr lang="zh-CN" altLang="en-US" sz="2800">
                <a:solidFill>
                  <a:srgbClr val="000000"/>
                </a:solidFill>
              </a:endParaRPr>
            </a:p>
          </p:txBody>
        </p:sp>
        <p:sp>
          <p:nvSpPr>
            <p:cNvPr id="13332" name="Text Box 9">
              <a:extLst>
                <a:ext uri="{FF2B5EF4-FFF2-40B4-BE49-F238E27FC236}">
                  <a16:creationId xmlns:a16="http://schemas.microsoft.com/office/drawing/2014/main" id="{B21A1F44-D2A6-485C-870A-2548ECA07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2781300"/>
              <a:ext cx="831850" cy="409575"/>
            </a:xfrm>
            <a:prstGeom prst="rect">
              <a:avLst/>
            </a:prstGeom>
            <a:noFill/>
            <a:ln w="12700" cap="sq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</a:rPr>
                <a:t>接  口</a:t>
              </a:r>
              <a:endParaRPr lang="zh-CN" altLang="en-US" sz="2800">
                <a:solidFill>
                  <a:srgbClr val="000000"/>
                </a:solidFill>
              </a:endParaRPr>
            </a:p>
          </p:txBody>
        </p:sp>
        <p:sp>
          <p:nvSpPr>
            <p:cNvPr id="13333" name="Text Box 10">
              <a:extLst>
                <a:ext uri="{FF2B5EF4-FFF2-40B4-BE49-F238E27FC236}">
                  <a16:creationId xmlns:a16="http://schemas.microsoft.com/office/drawing/2014/main" id="{EE8FED6F-2109-4C4C-82D4-05B4F03D1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1943067"/>
              <a:ext cx="958850" cy="409544"/>
            </a:xfrm>
            <a:prstGeom prst="rect">
              <a:avLst/>
            </a:prstGeom>
            <a:noFill/>
            <a:ln w="12700" cap="sq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</a:rPr>
                <a:t>存储器</a:t>
              </a:r>
            </a:p>
          </p:txBody>
        </p:sp>
        <p:sp>
          <p:nvSpPr>
            <p:cNvPr id="13334" name="AutoShape 11">
              <a:extLst>
                <a:ext uri="{FF2B5EF4-FFF2-40B4-BE49-F238E27FC236}">
                  <a16:creationId xmlns:a16="http://schemas.microsoft.com/office/drawing/2014/main" id="{EBF73DB1-212C-4797-84D4-1F5C669E4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781300"/>
              <a:ext cx="685800" cy="457200"/>
            </a:xfrm>
            <a:prstGeom prst="leftRightArrow">
              <a:avLst>
                <a:gd name="adj1" fmla="val 50000"/>
                <a:gd name="adj2" fmla="val 3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13335" name="AutoShape 12">
              <a:extLst>
                <a:ext uri="{FF2B5EF4-FFF2-40B4-BE49-F238E27FC236}">
                  <a16:creationId xmlns:a16="http://schemas.microsoft.com/office/drawing/2014/main" id="{F695F44D-49BF-4969-A1BD-74F4FBE0E5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105400" y="3962400"/>
              <a:ext cx="990600" cy="685800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2147483646 w 21600"/>
                <a:gd name="T7" fmla="*/ 2147483646 h 21600"/>
                <a:gd name="T8" fmla="*/ 2147483646 w 21600"/>
                <a:gd name="T9" fmla="*/ 2147483646 h 21600"/>
                <a:gd name="T10" fmla="*/ 2147483646 w 21600"/>
                <a:gd name="T11" fmla="*/ 2147483646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00 h 21600"/>
                <a:gd name="T20" fmla="*/ 18514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6" name="AutoShape 13">
              <a:extLst>
                <a:ext uri="{FF2B5EF4-FFF2-40B4-BE49-F238E27FC236}">
                  <a16:creationId xmlns:a16="http://schemas.microsoft.com/office/drawing/2014/main" id="{D24FEFD8-4CF3-42DC-AD3A-E4A8A578558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5105400" y="2057400"/>
              <a:ext cx="990600" cy="685800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2147483646 w 21600"/>
                <a:gd name="T7" fmla="*/ 2147483646 h 21600"/>
                <a:gd name="T8" fmla="*/ 2147483646 w 21600"/>
                <a:gd name="T9" fmla="*/ 2147483646 h 21600"/>
                <a:gd name="T10" fmla="*/ 2147483646 w 21600"/>
                <a:gd name="T11" fmla="*/ 2147483646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00 h 21600"/>
                <a:gd name="T20" fmla="*/ 18514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7" name="AutoShape 14">
              <a:extLst>
                <a:ext uri="{FF2B5EF4-FFF2-40B4-BE49-F238E27FC236}">
                  <a16:creationId xmlns:a16="http://schemas.microsoft.com/office/drawing/2014/main" id="{07D9DEF1-872F-4419-BF54-767E5077C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343400"/>
              <a:ext cx="685800" cy="457200"/>
            </a:xfrm>
            <a:prstGeom prst="leftRightArrow">
              <a:avLst>
                <a:gd name="adj1" fmla="val 50000"/>
                <a:gd name="adj2" fmla="val 3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13338" name="Text Box 15">
              <a:extLst>
                <a:ext uri="{FF2B5EF4-FFF2-40B4-BE49-F238E27FC236}">
                  <a16:creationId xmlns:a16="http://schemas.microsoft.com/office/drawing/2014/main" id="{FE458511-7E2D-4AE1-B599-73D8CB8B2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2514600"/>
              <a:ext cx="958850" cy="866775"/>
            </a:xfrm>
            <a:prstGeom prst="rect">
              <a:avLst/>
            </a:prstGeom>
            <a:noFill/>
            <a:ln w="12700" cap="sq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</a:rPr>
                <a:t>大容量</a:t>
              </a:r>
            </a:p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</a:rPr>
                <a:t>存储器</a:t>
              </a:r>
              <a:endParaRPr lang="zh-CN" altLang="en-US" sz="2800">
                <a:solidFill>
                  <a:srgbClr val="000000"/>
                </a:solidFill>
              </a:endParaRPr>
            </a:p>
          </p:txBody>
        </p:sp>
        <p:sp>
          <p:nvSpPr>
            <p:cNvPr id="13339" name="Text Box 16">
              <a:extLst>
                <a:ext uri="{FF2B5EF4-FFF2-40B4-BE49-F238E27FC236}">
                  <a16:creationId xmlns:a16="http://schemas.microsoft.com/office/drawing/2014/main" id="{3C29C586-67CD-4185-90BF-93B0DC1426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0925" y="4676530"/>
              <a:ext cx="1066800" cy="714320"/>
            </a:xfrm>
            <a:prstGeom prst="rect">
              <a:avLst/>
            </a:prstGeom>
            <a:noFill/>
            <a:ln w="12700" cap="sq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000000"/>
                  </a:solidFill>
                </a:rPr>
                <a:t>I/O</a:t>
              </a:r>
              <a:r>
                <a:rPr lang="zh-CN" altLang="en-US">
                  <a:solidFill>
                    <a:srgbClr val="000000"/>
                  </a:solidFill>
                </a:rPr>
                <a:t>设备</a:t>
              </a:r>
            </a:p>
          </p:txBody>
        </p:sp>
        <p:sp>
          <p:nvSpPr>
            <p:cNvPr id="13340" name="Rectangle 17">
              <a:extLst>
                <a:ext uri="{FF2B5EF4-FFF2-40B4-BE49-F238E27FC236}">
                  <a16:creationId xmlns:a16="http://schemas.microsoft.com/office/drawing/2014/main" id="{DF5BCFD8-4745-4D23-A2E7-35145596D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2362200"/>
              <a:ext cx="1524000" cy="31242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13341" name="Text Box 18">
              <a:extLst>
                <a:ext uri="{FF2B5EF4-FFF2-40B4-BE49-F238E27FC236}">
                  <a16:creationId xmlns:a16="http://schemas.microsoft.com/office/drawing/2014/main" id="{47F5FD61-30EB-4465-BB5E-AD68B5D2A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5025" y="5613083"/>
              <a:ext cx="1311275" cy="396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000000"/>
                  </a:solidFill>
                </a:rPr>
                <a:t>I/O</a:t>
              </a:r>
              <a:r>
                <a:rPr lang="zh-CN" altLang="en-US">
                  <a:solidFill>
                    <a:srgbClr val="000000"/>
                  </a:solidFill>
                </a:rPr>
                <a:t>子系统</a:t>
              </a:r>
            </a:p>
          </p:txBody>
        </p:sp>
        <p:sp>
          <p:nvSpPr>
            <p:cNvPr id="13342" name="Text Box 19">
              <a:extLst>
                <a:ext uri="{FF2B5EF4-FFF2-40B4-BE49-F238E27FC236}">
                  <a16:creationId xmlns:a16="http://schemas.microsoft.com/office/drawing/2014/main" id="{15CDE7DC-BD73-4268-BB27-7658688F7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600" y="3581400"/>
              <a:ext cx="488950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00"/>
                  </a:solidFill>
                </a:rPr>
                <a:t>系统总线</a:t>
              </a:r>
            </a:p>
          </p:txBody>
        </p:sp>
        <p:sp>
          <p:nvSpPr>
            <p:cNvPr id="13343" name="Rectangle 20">
              <a:extLst>
                <a:ext uri="{FF2B5EF4-FFF2-40B4-BE49-F238E27FC236}">
                  <a16:creationId xmlns:a16="http://schemas.microsoft.com/office/drawing/2014/main" id="{434FFEC3-ACE6-47B1-9ACF-811BBC0A4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124200"/>
              <a:ext cx="22860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13344" name="Text Box 21">
              <a:extLst>
                <a:ext uri="{FF2B5EF4-FFF2-40B4-BE49-F238E27FC236}">
                  <a16:creationId xmlns:a16="http://schemas.microsoft.com/office/drawing/2014/main" id="{9EB4E54D-554C-469E-ACD4-E2BB367B6B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505046"/>
              <a:ext cx="457200" cy="1163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.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.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.</a:t>
              </a:r>
            </a:p>
          </p:txBody>
        </p:sp>
        <p:sp>
          <p:nvSpPr>
            <p:cNvPr id="13345" name="Text Box 22">
              <a:extLst>
                <a:ext uri="{FF2B5EF4-FFF2-40B4-BE49-F238E27FC236}">
                  <a16:creationId xmlns:a16="http://schemas.microsoft.com/office/drawing/2014/main" id="{8CB949AF-21E1-4F71-8540-7F6255841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00" y="3505046"/>
              <a:ext cx="457200" cy="1163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.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.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800">
                  <a:solidFill>
                    <a:srgbClr val="000000"/>
                  </a:solidFill>
                </a:rPr>
                <a:t>.</a:t>
              </a:r>
            </a:p>
          </p:txBody>
        </p:sp>
        <p:sp>
          <p:nvSpPr>
            <p:cNvPr id="13346" name="AutoShape 23">
              <a:extLst>
                <a:ext uri="{FF2B5EF4-FFF2-40B4-BE49-F238E27FC236}">
                  <a16:creationId xmlns:a16="http://schemas.microsoft.com/office/drawing/2014/main" id="{E66E763E-4702-43DD-9E10-6415AAC77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3581400"/>
              <a:ext cx="609600" cy="457200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</p:grpSp>
      <p:sp>
        <p:nvSpPr>
          <p:cNvPr id="13320" name="TextBox 34">
            <a:extLst>
              <a:ext uri="{FF2B5EF4-FFF2-40B4-BE49-F238E27FC236}">
                <a16:creationId xmlns:a16="http://schemas.microsoft.com/office/drawing/2014/main" id="{CAECF004-538B-42D8-B457-7E0C1257B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5429250"/>
            <a:ext cx="4292600" cy="5286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汇编程序员可见的</a:t>
            </a:r>
            <a:r>
              <a:rPr lang="en-US" altLang="zh-CN" sz="2800">
                <a:solidFill>
                  <a:schemeClr val="tx1"/>
                </a:solidFill>
              </a:rPr>
              <a:t>3</a:t>
            </a:r>
            <a:r>
              <a:rPr lang="zh-CN" altLang="en-US" sz="2800">
                <a:solidFill>
                  <a:schemeClr val="tx1"/>
                </a:solidFill>
              </a:rPr>
              <a:t>部分</a:t>
            </a:r>
          </a:p>
        </p:txBody>
      </p:sp>
      <p:sp>
        <p:nvSpPr>
          <p:cNvPr id="13321" name="Text Box 1029">
            <a:extLst>
              <a:ext uri="{FF2B5EF4-FFF2-40B4-BE49-F238E27FC236}">
                <a16:creationId xmlns:a16="http://schemas.microsoft.com/office/drawing/2014/main" id="{B7C6C0AA-E27F-4AE4-92BF-AE5E088D5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8891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  <p:sp>
        <p:nvSpPr>
          <p:cNvPr id="13322" name="灯片编号占位符 13">
            <a:extLst>
              <a:ext uri="{FF2B5EF4-FFF2-40B4-BE49-F238E27FC236}">
                <a16:creationId xmlns:a16="http://schemas.microsoft.com/office/drawing/2014/main" id="{8FB9D344-BED5-4EE0-941E-99B30C931953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E7FCDC4-CBCC-4D5E-9801-8DD961344619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23" name="日期占位符 12">
            <a:extLst>
              <a:ext uri="{FF2B5EF4-FFF2-40B4-BE49-F238E27FC236}">
                <a16:creationId xmlns:a16="http://schemas.microsoft.com/office/drawing/2014/main" id="{5FD6A1D1-15FF-4E01-9A08-BE01B932671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E78FD8C7-25EC-4959-A9DE-3F097C9AB5C2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24" name="页脚占位符 14">
            <a:extLst>
              <a:ext uri="{FF2B5EF4-FFF2-40B4-BE49-F238E27FC236}">
                <a16:creationId xmlns:a16="http://schemas.microsoft.com/office/drawing/2014/main" id="{D1583C4D-8B44-4580-9E98-8DF6773B13EC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3325" name="Text Box 11">
            <a:extLst>
              <a:ext uri="{FF2B5EF4-FFF2-40B4-BE49-F238E27FC236}">
                <a16:creationId xmlns:a16="http://schemas.microsoft.com/office/drawing/2014/main" id="{4EBB42E3-4662-4A19-A08F-CF4BBE22E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908050"/>
            <a:ext cx="7489825" cy="519113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微型机则由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CPU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、存储器、外设、总线组成：</a:t>
            </a:r>
          </a:p>
        </p:txBody>
      </p:sp>
    </p:spTree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1027">
            <a:extLst>
              <a:ext uri="{FF2B5EF4-FFF2-40B4-BE49-F238E27FC236}">
                <a16:creationId xmlns:a16="http://schemas.microsoft.com/office/drawing/2014/main" id="{B5EB72EF-5A9E-405C-B010-AA6EFF4D8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5" name="Line 1031">
            <a:extLst>
              <a:ext uri="{FF2B5EF4-FFF2-40B4-BE49-F238E27FC236}">
                <a16:creationId xmlns:a16="http://schemas.microsoft.com/office/drawing/2014/main" id="{78ABAD51-89AB-46BB-A2F8-9E1F90A883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6" name="AutoShape 1032">
            <a:extLst>
              <a:ext uri="{FF2B5EF4-FFF2-40B4-BE49-F238E27FC236}">
                <a16:creationId xmlns:a16="http://schemas.microsoft.com/office/drawing/2014/main" id="{63591FE5-B0DC-437E-9416-32BF6E8E4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7" name="AutoShape 1033">
            <a:extLst>
              <a:ext uri="{FF2B5EF4-FFF2-40B4-BE49-F238E27FC236}">
                <a16:creationId xmlns:a16="http://schemas.microsoft.com/office/drawing/2014/main" id="{7D28D875-8C40-4D3B-AE1B-77F11B50B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FBA0795-2098-4E26-88B1-BE94FDA8DA0C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039" name="Rectangle 14">
            <a:extLst>
              <a:ext uri="{FF2B5EF4-FFF2-40B4-BE49-F238E27FC236}">
                <a16:creationId xmlns:a16="http://schemas.microsoft.com/office/drawing/2014/main" id="{F3D87EB8-04CF-40BE-9329-32B631AD7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4000">
                <a:solidFill>
                  <a:schemeClr val="tx1"/>
                </a:solidFill>
                <a:latin typeface="Calibri" panose="020F0502020204030204" pitchFamily="34" charset="0"/>
                <a:ea typeface="隶书" panose="02010509060101010101" pitchFamily="49" charset="-122"/>
              </a:rPr>
              <a:t>x64</a:t>
            </a:r>
            <a:r>
              <a:rPr kumimoji="0" lang="zh-CN" altLang="en-US" sz="4000">
                <a:solidFill>
                  <a:schemeClr val="tx1"/>
                </a:solidFill>
                <a:latin typeface="Calibri" panose="020F0502020204030204" pitchFamily="34" charset="0"/>
                <a:ea typeface="隶书" panose="02010509060101010101" pitchFamily="49" charset="-122"/>
              </a:rPr>
              <a:t>主要技术数据</a:t>
            </a:r>
          </a:p>
        </p:txBody>
      </p:sp>
      <p:sp>
        <p:nvSpPr>
          <p:cNvPr id="14342" name="Text Box 6">
            <a:extLst>
              <a:ext uri="{FF2B5EF4-FFF2-40B4-BE49-F238E27FC236}">
                <a16:creationId xmlns:a16="http://schemas.microsoft.com/office/drawing/2014/main" id="{8B09423C-6755-4035-B077-CFE57F05D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" y="1413063"/>
            <a:ext cx="8677275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字长</a:t>
            </a:r>
            <a:r>
              <a:rPr lang="en-US" altLang="zh-CN" sz="3200">
                <a:solidFill>
                  <a:schemeClr val="accent2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决定处理能力，</a:t>
            </a:r>
            <a:r>
              <a:rPr lang="en-US" altLang="zh-CN" sz="3200">
                <a:solidFill>
                  <a:schemeClr val="accent2"/>
                </a:solidFill>
                <a:ea typeface="宋体" panose="02010600030101010101" pitchFamily="2" charset="-122"/>
              </a:rPr>
              <a:t>64</a:t>
            </a:r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位。</a:t>
            </a:r>
            <a:endParaRPr lang="en-US" altLang="zh-CN" sz="320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algn="just"/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主频	</a:t>
            </a:r>
            <a:endParaRPr lang="en-US" altLang="zh-CN" sz="320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algn="just"/>
            <a:r>
              <a:rPr lang="en-US" altLang="zh-CN" sz="3200">
                <a:solidFill>
                  <a:schemeClr val="accent2"/>
                </a:solidFill>
                <a:ea typeface="宋体" panose="02010600030101010101" pitchFamily="2" charset="-122"/>
              </a:rPr>
              <a:t>	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数据总线宽度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外部数据总线宽度</a:t>
            </a:r>
            <a:endParaRPr lang="zh-CN" altLang="en-US" sz="3200">
              <a:solidFill>
                <a:schemeClr val="accent2"/>
              </a:solidFill>
            </a:endParaRPr>
          </a:p>
          <a:p>
            <a:pPr algn="just"/>
            <a:r>
              <a:rPr lang="zh-CN" altLang="en-US" sz="3200">
                <a:solidFill>
                  <a:schemeClr val="accent2"/>
                </a:solidFill>
              </a:rPr>
              <a:t>地址总线宽度</a:t>
            </a:r>
            <a:r>
              <a:rPr lang="en-US" altLang="zh-CN" sz="3200">
                <a:solidFill>
                  <a:schemeClr val="accent2"/>
                </a:solidFill>
              </a:rPr>
              <a:t>——</a:t>
            </a:r>
            <a:r>
              <a:rPr lang="zh-CN" altLang="en-US" sz="3200">
                <a:solidFill>
                  <a:schemeClr val="accent2"/>
                </a:solidFill>
              </a:rPr>
              <a:t>确定寻址空间，</a:t>
            </a:r>
            <a:r>
              <a:rPr lang="en-US" altLang="zh-CN" sz="3200">
                <a:solidFill>
                  <a:schemeClr val="accent2"/>
                </a:solidFill>
              </a:rPr>
              <a:t>64</a:t>
            </a:r>
            <a:r>
              <a:rPr lang="zh-CN" altLang="en-US" sz="3200">
                <a:solidFill>
                  <a:schemeClr val="accent2"/>
                </a:solidFill>
              </a:rPr>
              <a:t>位</a:t>
            </a:r>
          </a:p>
          <a:p>
            <a:pPr algn="just"/>
            <a:endParaRPr lang="zh-CN" altLang="en-US" sz="3200">
              <a:solidFill>
                <a:schemeClr val="accent2"/>
              </a:solidFill>
            </a:endParaRP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层次结构的存储器组织</a:t>
            </a:r>
            <a:r>
              <a:rPr lang="en-US" altLang="zh-CN" sz="3200">
                <a:solidFill>
                  <a:schemeClr val="accent2"/>
                </a:solidFill>
              </a:rPr>
              <a:t>——</a:t>
            </a:r>
            <a:r>
              <a:rPr lang="en-US" altLang="zh-CN" sz="3200">
                <a:solidFill>
                  <a:srgbClr val="FF0000"/>
                </a:solidFill>
              </a:rPr>
              <a:t>cache</a:t>
            </a:r>
            <a:r>
              <a:rPr lang="zh-CN" altLang="en-US" sz="3200">
                <a:solidFill>
                  <a:schemeClr val="accent2"/>
                </a:solidFill>
              </a:rPr>
              <a:t>、内存、外存</a:t>
            </a:r>
          </a:p>
        </p:txBody>
      </p:sp>
      <p:sp>
        <p:nvSpPr>
          <p:cNvPr id="44041" name="灯片编号占位符 13">
            <a:extLst>
              <a:ext uri="{FF2B5EF4-FFF2-40B4-BE49-F238E27FC236}">
                <a16:creationId xmlns:a16="http://schemas.microsoft.com/office/drawing/2014/main" id="{36B675B0-F72A-49AF-860A-382F72E2587E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B01DA622-E99F-4A24-97F5-13FFC898026A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2" name="日期占位符 12">
            <a:extLst>
              <a:ext uri="{FF2B5EF4-FFF2-40B4-BE49-F238E27FC236}">
                <a16:creationId xmlns:a16="http://schemas.microsoft.com/office/drawing/2014/main" id="{8CB5B8CE-58E2-43F0-AEA4-C5921D1F5970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2928511-4216-4CC3-B939-ED5960716E1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3" name="页脚占位符 14">
            <a:extLst>
              <a:ext uri="{FF2B5EF4-FFF2-40B4-BE49-F238E27FC236}">
                <a16:creationId xmlns:a16="http://schemas.microsoft.com/office/drawing/2014/main" id="{D494C984-59D4-4757-BBE7-D8A49F1F749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44044" name="Text Box 1029">
            <a:extLst>
              <a:ext uri="{FF2B5EF4-FFF2-40B4-BE49-F238E27FC236}">
                <a16:creationId xmlns:a16="http://schemas.microsoft.com/office/drawing/2014/main" id="{8B6DBF9C-B444-4946-A59C-1F3B1D822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8891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1027">
            <a:extLst>
              <a:ext uri="{FF2B5EF4-FFF2-40B4-BE49-F238E27FC236}">
                <a16:creationId xmlns:a16="http://schemas.microsoft.com/office/drawing/2014/main" id="{B5EB72EF-5A9E-405C-B010-AA6EFF4D8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5" name="Line 1031">
            <a:extLst>
              <a:ext uri="{FF2B5EF4-FFF2-40B4-BE49-F238E27FC236}">
                <a16:creationId xmlns:a16="http://schemas.microsoft.com/office/drawing/2014/main" id="{78ABAD51-89AB-46BB-A2F8-9E1F90A883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6" name="AutoShape 1032">
            <a:extLst>
              <a:ext uri="{FF2B5EF4-FFF2-40B4-BE49-F238E27FC236}">
                <a16:creationId xmlns:a16="http://schemas.microsoft.com/office/drawing/2014/main" id="{63591FE5-B0DC-437E-9416-32BF6E8E4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7" name="AutoShape 1033">
            <a:extLst>
              <a:ext uri="{FF2B5EF4-FFF2-40B4-BE49-F238E27FC236}">
                <a16:creationId xmlns:a16="http://schemas.microsoft.com/office/drawing/2014/main" id="{7D28D875-8C40-4D3B-AE1B-77F11B50B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FBA0795-2098-4E26-88B1-BE94FDA8DA0C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041" name="灯片编号占位符 13">
            <a:extLst>
              <a:ext uri="{FF2B5EF4-FFF2-40B4-BE49-F238E27FC236}">
                <a16:creationId xmlns:a16="http://schemas.microsoft.com/office/drawing/2014/main" id="{36B675B0-F72A-49AF-860A-382F72E2587E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B01DA622-E99F-4A24-97F5-13FFC898026A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2" name="日期占位符 12">
            <a:extLst>
              <a:ext uri="{FF2B5EF4-FFF2-40B4-BE49-F238E27FC236}">
                <a16:creationId xmlns:a16="http://schemas.microsoft.com/office/drawing/2014/main" id="{8CB5B8CE-58E2-43F0-AEA4-C5921D1F5970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2928511-4216-4CC3-B939-ED5960716E1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3" name="页脚占位符 14">
            <a:extLst>
              <a:ext uri="{FF2B5EF4-FFF2-40B4-BE49-F238E27FC236}">
                <a16:creationId xmlns:a16="http://schemas.microsoft.com/office/drawing/2014/main" id="{D494C984-59D4-4757-BBE7-D8A49F1F749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44044" name="Text Box 1029">
            <a:extLst>
              <a:ext uri="{FF2B5EF4-FFF2-40B4-BE49-F238E27FC236}">
                <a16:creationId xmlns:a16="http://schemas.microsoft.com/office/drawing/2014/main" id="{8B6DBF9C-B444-4946-A59C-1F3B1D822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8891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2D17BC-F4B1-473D-A072-89024F75D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719" y="839279"/>
            <a:ext cx="5714262" cy="500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1393"/>
      </p:ext>
    </p:extLst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1027">
            <a:extLst>
              <a:ext uri="{FF2B5EF4-FFF2-40B4-BE49-F238E27FC236}">
                <a16:creationId xmlns:a16="http://schemas.microsoft.com/office/drawing/2014/main" id="{D40AB015-4BB8-4CDA-8C41-A382BCAEF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1" name="Line 1031">
            <a:extLst>
              <a:ext uri="{FF2B5EF4-FFF2-40B4-BE49-F238E27FC236}">
                <a16:creationId xmlns:a16="http://schemas.microsoft.com/office/drawing/2014/main" id="{ED834134-708A-4EEB-827D-3AE0A3368C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132" name="AutoShape 1032">
            <a:extLst>
              <a:ext uri="{FF2B5EF4-FFF2-40B4-BE49-F238E27FC236}">
                <a16:creationId xmlns:a16="http://schemas.microsoft.com/office/drawing/2014/main" id="{7FFF099A-867E-433C-9A8C-C277D654D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3" name="AutoShape 1033">
            <a:extLst>
              <a:ext uri="{FF2B5EF4-FFF2-40B4-BE49-F238E27FC236}">
                <a16:creationId xmlns:a16="http://schemas.microsoft.com/office/drawing/2014/main" id="{7B68981A-3F99-40DF-B2B2-8074B85D2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28FEAD9-CD41-4693-9EA5-9D2E11C0BD8F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135" name="TextBox 11">
            <a:extLst>
              <a:ext uri="{FF2B5EF4-FFF2-40B4-BE49-F238E27FC236}">
                <a16:creationId xmlns:a16="http://schemas.microsoft.com/office/drawing/2014/main" id="{8868F559-0FD3-4F79-AD7B-1EFB5F19A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052513"/>
            <a:ext cx="40338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 寄存器的作用</a:t>
            </a:r>
          </a:p>
        </p:txBody>
      </p:sp>
      <p:sp>
        <p:nvSpPr>
          <p:cNvPr id="48136" name="矩形 13">
            <a:extLst>
              <a:ext uri="{FF2B5EF4-FFF2-40B4-BE49-F238E27FC236}">
                <a16:creationId xmlns:a16="http://schemas.microsoft.com/office/drawing/2014/main" id="{4612E0E6-3E0F-4C87-B34A-EDC235189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060575"/>
            <a:ext cx="6480175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</a:rPr>
              <a:t>	</a:t>
            </a:r>
            <a:r>
              <a:rPr lang="zh-CN" altLang="en-US" sz="3600">
                <a:solidFill>
                  <a:schemeClr val="tx1"/>
                </a:solidFill>
                <a:ea typeface="楷体" panose="02010609060101010101" pitchFamily="49" charset="-122"/>
              </a:rPr>
              <a:t>寄存器</a:t>
            </a:r>
            <a:r>
              <a:rPr lang="en-US" altLang="zh-CN" sz="3600">
                <a:solidFill>
                  <a:schemeClr val="tx1"/>
                </a:solidFill>
                <a:ea typeface="楷体" panose="02010609060101010101" pitchFamily="49" charset="-122"/>
              </a:rPr>
              <a:t>——</a:t>
            </a:r>
            <a:r>
              <a:rPr lang="zh-CN" altLang="en-US" sz="3600">
                <a:solidFill>
                  <a:schemeClr val="tx1"/>
                </a:solidFill>
                <a:ea typeface="楷体" panose="02010609060101010101" pitchFamily="49" charset="-122"/>
              </a:rPr>
              <a:t>是</a:t>
            </a:r>
            <a:r>
              <a:rPr lang="en-US" altLang="zh-CN" sz="3600">
                <a:solidFill>
                  <a:schemeClr val="tx1"/>
                </a:solidFill>
                <a:ea typeface="楷体" panose="02010609060101010101" pitchFamily="49" charset="-122"/>
              </a:rPr>
              <a:t>CPU</a:t>
            </a:r>
            <a:r>
              <a:rPr lang="zh-CN" altLang="en-US" sz="3600">
                <a:solidFill>
                  <a:schemeClr val="tx1"/>
                </a:solidFill>
                <a:ea typeface="楷体" panose="02010609060101010101" pitchFamily="49" charset="-122"/>
              </a:rPr>
              <a:t>中用以临时存放指令执行所产生的中间结果存储单元。</a:t>
            </a:r>
            <a:endParaRPr lang="en-US" altLang="zh-CN" sz="3600">
              <a:solidFill>
                <a:schemeClr val="tx1"/>
              </a:solidFill>
              <a:ea typeface="楷体" panose="02010609060101010101" pitchFamily="49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EFC41A-BBC1-4E74-9E1B-2C7A382CDC97}"/>
              </a:ext>
            </a:extLst>
          </p:cNvPr>
          <p:cNvSpPr txBox="1"/>
          <p:nvPr/>
        </p:nvSpPr>
        <p:spPr>
          <a:xfrm>
            <a:off x="971550" y="4292600"/>
            <a:ext cx="6696075" cy="1079500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zh-CN" altLang="en-US" sz="3600">
                <a:solidFill>
                  <a:schemeClr val="tx1"/>
                </a:solidFill>
                <a:ea typeface="宋体" pitchFamily="2" charset="-122"/>
              </a:rPr>
              <a:t>	汇编程序员编程时使用种寄存器存放数据或中间结果。</a:t>
            </a:r>
          </a:p>
        </p:txBody>
      </p:sp>
      <p:sp>
        <p:nvSpPr>
          <p:cNvPr id="48138" name="灯片编号占位符 13">
            <a:extLst>
              <a:ext uri="{FF2B5EF4-FFF2-40B4-BE49-F238E27FC236}">
                <a16:creationId xmlns:a16="http://schemas.microsoft.com/office/drawing/2014/main" id="{D75F3E8B-0DB7-41BD-B6AE-F3FCBC1466C9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008DD165-1B59-4C9A-BC64-DDF1C54B009C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39" name="日期占位符 12">
            <a:extLst>
              <a:ext uri="{FF2B5EF4-FFF2-40B4-BE49-F238E27FC236}">
                <a16:creationId xmlns:a16="http://schemas.microsoft.com/office/drawing/2014/main" id="{15A6F58E-EBA8-414F-90B8-CD382467A29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FA5313B-F4B5-4912-B629-2754DA36FA41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40" name="页脚占位符 14">
            <a:extLst>
              <a:ext uri="{FF2B5EF4-FFF2-40B4-BE49-F238E27FC236}">
                <a16:creationId xmlns:a16="http://schemas.microsoft.com/office/drawing/2014/main" id="{E0FFEC6D-27D5-4E94-8CAF-CB3AE05B4C2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48141" name="Text Box 1029">
            <a:extLst>
              <a:ext uri="{FF2B5EF4-FFF2-40B4-BE49-F238E27FC236}">
                <a16:creationId xmlns:a16="http://schemas.microsoft.com/office/drawing/2014/main" id="{1037DF1F-1BBD-45AF-837C-C8CBF654C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8891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1027">
            <a:extLst>
              <a:ext uri="{FF2B5EF4-FFF2-40B4-BE49-F238E27FC236}">
                <a16:creationId xmlns:a16="http://schemas.microsoft.com/office/drawing/2014/main" id="{D40AB015-4BB8-4CDA-8C41-A382BCAEF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3" name="AutoShape 1033">
            <a:extLst>
              <a:ext uri="{FF2B5EF4-FFF2-40B4-BE49-F238E27FC236}">
                <a16:creationId xmlns:a16="http://schemas.microsoft.com/office/drawing/2014/main" id="{7B68981A-3F99-40DF-B2B2-8074B85D2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28FEAD9-CD41-4693-9EA5-9D2E11C0BD8F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138" name="灯片编号占位符 13">
            <a:extLst>
              <a:ext uri="{FF2B5EF4-FFF2-40B4-BE49-F238E27FC236}">
                <a16:creationId xmlns:a16="http://schemas.microsoft.com/office/drawing/2014/main" id="{D75F3E8B-0DB7-41BD-B6AE-F3FCBC1466C9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008DD165-1B59-4C9A-BC64-DDF1C54B009C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39" name="日期占位符 12">
            <a:extLst>
              <a:ext uri="{FF2B5EF4-FFF2-40B4-BE49-F238E27FC236}">
                <a16:creationId xmlns:a16="http://schemas.microsoft.com/office/drawing/2014/main" id="{15A6F58E-EBA8-414F-90B8-CD382467A29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FA5313B-F4B5-4912-B629-2754DA36FA41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40" name="页脚占位符 14">
            <a:extLst>
              <a:ext uri="{FF2B5EF4-FFF2-40B4-BE49-F238E27FC236}">
                <a16:creationId xmlns:a16="http://schemas.microsoft.com/office/drawing/2014/main" id="{E0FFEC6D-27D5-4E94-8CAF-CB3AE05B4C2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48141" name="Text Box 1029">
            <a:extLst>
              <a:ext uri="{FF2B5EF4-FFF2-40B4-BE49-F238E27FC236}">
                <a16:creationId xmlns:a16="http://schemas.microsoft.com/office/drawing/2014/main" id="{1037DF1F-1BBD-45AF-837C-C8CBF654C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8891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AB9BD9-1929-4DCF-869C-7058631B2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8" y="904153"/>
            <a:ext cx="7212764" cy="510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60564"/>
      </p:ext>
    </p:extLst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1027">
            <a:extLst>
              <a:ext uri="{FF2B5EF4-FFF2-40B4-BE49-F238E27FC236}">
                <a16:creationId xmlns:a16="http://schemas.microsoft.com/office/drawing/2014/main" id="{D40AB015-4BB8-4CDA-8C41-A382BCAEF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3" name="AutoShape 1033">
            <a:extLst>
              <a:ext uri="{FF2B5EF4-FFF2-40B4-BE49-F238E27FC236}">
                <a16:creationId xmlns:a16="http://schemas.microsoft.com/office/drawing/2014/main" id="{7B68981A-3F99-40DF-B2B2-8074B85D2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28FEAD9-CD41-4693-9EA5-9D2E11C0BD8F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138" name="灯片编号占位符 13">
            <a:extLst>
              <a:ext uri="{FF2B5EF4-FFF2-40B4-BE49-F238E27FC236}">
                <a16:creationId xmlns:a16="http://schemas.microsoft.com/office/drawing/2014/main" id="{D75F3E8B-0DB7-41BD-B6AE-F3FCBC1466C9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008DD165-1B59-4C9A-BC64-DDF1C54B009C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39" name="日期占位符 12">
            <a:extLst>
              <a:ext uri="{FF2B5EF4-FFF2-40B4-BE49-F238E27FC236}">
                <a16:creationId xmlns:a16="http://schemas.microsoft.com/office/drawing/2014/main" id="{15A6F58E-EBA8-414F-90B8-CD382467A29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FA5313B-F4B5-4912-B629-2754DA36FA41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40" name="页脚占位符 14">
            <a:extLst>
              <a:ext uri="{FF2B5EF4-FFF2-40B4-BE49-F238E27FC236}">
                <a16:creationId xmlns:a16="http://schemas.microsoft.com/office/drawing/2014/main" id="{E0FFEC6D-27D5-4E94-8CAF-CB3AE05B4C2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48141" name="Text Box 1029">
            <a:extLst>
              <a:ext uri="{FF2B5EF4-FFF2-40B4-BE49-F238E27FC236}">
                <a16:creationId xmlns:a16="http://schemas.microsoft.com/office/drawing/2014/main" id="{1037DF1F-1BBD-45AF-837C-C8CBF654C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8891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D12DA1-3666-4D43-90B8-2463462C9111}"/>
              </a:ext>
            </a:extLst>
          </p:cNvPr>
          <p:cNvSpPr txBox="1"/>
          <p:nvPr/>
        </p:nvSpPr>
        <p:spPr bwMode="auto">
          <a:xfrm>
            <a:off x="573697" y="1935516"/>
            <a:ext cx="7882306" cy="707886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b="1" i="0">
                <a:effectLst/>
                <a:latin typeface="-apple-system"/>
              </a:rPr>
              <a:t>下载</a:t>
            </a:r>
            <a:r>
              <a:rPr lang="en-US" altLang="zh-CN" b="1" i="0">
                <a:effectLst/>
                <a:latin typeface="-apple-system"/>
              </a:rPr>
              <a:t>VMware Workstation Pro  https://gitee.com/tjopenlab/computer_tech/issues/I77TFB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4ACD6D-B82A-414E-B96F-91D4018DE76A}"/>
              </a:ext>
            </a:extLst>
          </p:cNvPr>
          <p:cNvSpPr txBox="1"/>
          <p:nvPr/>
        </p:nvSpPr>
        <p:spPr bwMode="auto">
          <a:xfrm>
            <a:off x="611560" y="3064666"/>
            <a:ext cx="6649087" cy="707886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 i="0">
                <a:effectLst/>
                <a:latin typeface="-apple-system"/>
              </a:rPr>
              <a:t>下载 </a:t>
            </a:r>
            <a:r>
              <a:rPr lang="en-US" altLang="zh-CN" b="1" i="0">
                <a:effectLst/>
                <a:latin typeface="-apple-system"/>
              </a:rPr>
              <a:t>Ubuntu Desktop 22.04</a:t>
            </a:r>
            <a:endParaRPr lang="en-US" altLang="zh-CN"/>
          </a:p>
          <a:p>
            <a:r>
              <a:rPr lang="zh-CN" altLang="en-US"/>
              <a:t>https://gitee.com/tjopenlab/computer_tech/issues/I77TMZ</a:t>
            </a:r>
          </a:p>
        </p:txBody>
      </p:sp>
    </p:spTree>
    <p:extLst>
      <p:ext uri="{BB962C8B-B14F-4D97-AF65-F5344CB8AC3E}">
        <p14:creationId xmlns:p14="http://schemas.microsoft.com/office/powerpoint/2010/main" val="2523125375"/>
      </p:ext>
    </p:extLst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1027">
            <a:extLst>
              <a:ext uri="{FF2B5EF4-FFF2-40B4-BE49-F238E27FC236}">
                <a16:creationId xmlns:a16="http://schemas.microsoft.com/office/drawing/2014/main" id="{D40AB015-4BB8-4CDA-8C41-A382BCAEF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3" name="AutoShape 1033">
            <a:extLst>
              <a:ext uri="{FF2B5EF4-FFF2-40B4-BE49-F238E27FC236}">
                <a16:creationId xmlns:a16="http://schemas.microsoft.com/office/drawing/2014/main" id="{7B68981A-3F99-40DF-B2B2-8074B85D2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8" name="灯片编号占位符 13">
            <a:extLst>
              <a:ext uri="{FF2B5EF4-FFF2-40B4-BE49-F238E27FC236}">
                <a16:creationId xmlns:a16="http://schemas.microsoft.com/office/drawing/2014/main" id="{D75F3E8B-0DB7-41BD-B6AE-F3FCBC1466C9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008DD165-1B59-4C9A-BC64-DDF1C54B009C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39" name="日期占位符 12">
            <a:extLst>
              <a:ext uri="{FF2B5EF4-FFF2-40B4-BE49-F238E27FC236}">
                <a16:creationId xmlns:a16="http://schemas.microsoft.com/office/drawing/2014/main" id="{15A6F58E-EBA8-414F-90B8-CD382467A29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FA5313B-F4B5-4912-B629-2754DA36FA41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40" name="页脚占位符 14">
            <a:extLst>
              <a:ext uri="{FF2B5EF4-FFF2-40B4-BE49-F238E27FC236}">
                <a16:creationId xmlns:a16="http://schemas.microsoft.com/office/drawing/2014/main" id="{E0FFEC6D-27D5-4E94-8CAF-CB3AE05B4C2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48141" name="Text Box 1029">
            <a:extLst>
              <a:ext uri="{FF2B5EF4-FFF2-40B4-BE49-F238E27FC236}">
                <a16:creationId xmlns:a16="http://schemas.microsoft.com/office/drawing/2014/main" id="{1037DF1F-1BBD-45AF-837C-C8CBF654C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8891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6CEB2A-2C0F-4674-8B5C-9C918728A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85910"/>
      </p:ext>
    </p:extLst>
  </p:cSld>
  <p:clrMapOvr>
    <a:masterClrMapping/>
  </p:clrMapOvr>
  <p:transition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1027">
            <a:extLst>
              <a:ext uri="{FF2B5EF4-FFF2-40B4-BE49-F238E27FC236}">
                <a16:creationId xmlns:a16="http://schemas.microsoft.com/office/drawing/2014/main" id="{D40AB015-4BB8-4CDA-8C41-A382BCAEF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3" name="AutoShape 1033">
            <a:extLst>
              <a:ext uri="{FF2B5EF4-FFF2-40B4-BE49-F238E27FC236}">
                <a16:creationId xmlns:a16="http://schemas.microsoft.com/office/drawing/2014/main" id="{7B68981A-3F99-40DF-B2B2-8074B85D2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28FEAD9-CD41-4693-9EA5-9D2E11C0BD8F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138" name="灯片编号占位符 13">
            <a:extLst>
              <a:ext uri="{FF2B5EF4-FFF2-40B4-BE49-F238E27FC236}">
                <a16:creationId xmlns:a16="http://schemas.microsoft.com/office/drawing/2014/main" id="{D75F3E8B-0DB7-41BD-B6AE-F3FCBC1466C9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008DD165-1B59-4C9A-BC64-DDF1C54B009C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39" name="日期占位符 12">
            <a:extLst>
              <a:ext uri="{FF2B5EF4-FFF2-40B4-BE49-F238E27FC236}">
                <a16:creationId xmlns:a16="http://schemas.microsoft.com/office/drawing/2014/main" id="{15A6F58E-EBA8-414F-90B8-CD382467A29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FA5313B-F4B5-4912-B629-2754DA36FA41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40" name="页脚占位符 14">
            <a:extLst>
              <a:ext uri="{FF2B5EF4-FFF2-40B4-BE49-F238E27FC236}">
                <a16:creationId xmlns:a16="http://schemas.microsoft.com/office/drawing/2014/main" id="{E0FFEC6D-27D5-4E94-8CAF-CB3AE05B4C2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48141" name="Text Box 1029">
            <a:extLst>
              <a:ext uri="{FF2B5EF4-FFF2-40B4-BE49-F238E27FC236}">
                <a16:creationId xmlns:a16="http://schemas.microsoft.com/office/drawing/2014/main" id="{1037DF1F-1BBD-45AF-837C-C8CBF654C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8891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3AC547-5887-4ABE-88F5-650543474760}"/>
              </a:ext>
            </a:extLst>
          </p:cNvPr>
          <p:cNvSpPr txBox="1"/>
          <p:nvPr/>
        </p:nvSpPr>
        <p:spPr bwMode="auto">
          <a:xfrm>
            <a:off x="468313" y="3064666"/>
            <a:ext cx="6792334" cy="707886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b="1" i="0">
                <a:effectLst/>
                <a:latin typeface="-apple-system"/>
              </a:rPr>
              <a:t>45 </a:t>
            </a:r>
            <a:r>
              <a:rPr lang="zh-CN" altLang="en-US" b="1" i="0">
                <a:effectLst/>
                <a:latin typeface="-apple-system"/>
              </a:rPr>
              <a:t>个常用</a:t>
            </a:r>
            <a:r>
              <a:rPr lang="en-US" altLang="zh-CN" b="1" i="0">
                <a:effectLst/>
                <a:latin typeface="-apple-system"/>
              </a:rPr>
              <a:t>Linux </a:t>
            </a:r>
            <a:r>
              <a:rPr lang="zh-CN" altLang="en-US" b="1" i="0">
                <a:effectLst/>
                <a:latin typeface="-apple-system"/>
              </a:rPr>
              <a:t>命令，让你轻松玩转</a:t>
            </a:r>
            <a:r>
              <a:rPr lang="en-US" altLang="zh-CN" b="1" i="0">
                <a:effectLst/>
                <a:latin typeface="-apple-system"/>
              </a:rPr>
              <a:t>Linux</a:t>
            </a:r>
            <a:r>
              <a:rPr lang="zh-CN" altLang="en-US" b="1" i="0">
                <a:effectLst/>
                <a:latin typeface="-apple-system"/>
              </a:rPr>
              <a:t>！</a:t>
            </a:r>
            <a:endParaRPr lang="en-US" altLang="zh-CN" b="1" i="0">
              <a:effectLst/>
              <a:latin typeface="-apple-system"/>
            </a:endParaRPr>
          </a:p>
          <a:p>
            <a:pPr algn="l"/>
            <a:r>
              <a:rPr lang="en-US" altLang="zh-CN" b="1" i="0">
                <a:effectLst/>
                <a:latin typeface="-apple-system"/>
              </a:rPr>
              <a:t>https://gitee.com/tjopenlab/computer_tech/issues/I782O0</a:t>
            </a:r>
            <a:endParaRPr lang="zh-CN" altLang="en-US" b="1" i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82592585"/>
      </p:ext>
    </p:extLst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1027">
            <a:extLst>
              <a:ext uri="{FF2B5EF4-FFF2-40B4-BE49-F238E27FC236}">
                <a16:creationId xmlns:a16="http://schemas.microsoft.com/office/drawing/2014/main" id="{67D7D11E-23B0-4BE3-897F-47F1927C2B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9" name="Line 1031">
            <a:extLst>
              <a:ext uri="{FF2B5EF4-FFF2-40B4-BE49-F238E27FC236}">
                <a16:creationId xmlns:a16="http://schemas.microsoft.com/office/drawing/2014/main" id="{F8D5854C-7A25-4505-A3BD-CF4FA25DC9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0180" name="AutoShape 1032">
            <a:extLst>
              <a:ext uri="{FF2B5EF4-FFF2-40B4-BE49-F238E27FC236}">
                <a16:creationId xmlns:a16="http://schemas.microsoft.com/office/drawing/2014/main" id="{C41F6F17-3890-4B79-9C9F-23809BEF2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81" name="AutoShape 1033">
            <a:extLst>
              <a:ext uri="{FF2B5EF4-FFF2-40B4-BE49-F238E27FC236}">
                <a16:creationId xmlns:a16="http://schemas.microsoft.com/office/drawing/2014/main" id="{E1C4F834-4AB9-402B-84AF-0FABFD902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96CA8EEF-D5B0-481C-BD37-DBD6F3544231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8A5F2968-BAEA-46DD-B631-7018F75D5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844675"/>
            <a:ext cx="7316787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CPU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的作用是执行存放在存储器里的指令序列。主要由运算器和控制器组成，还有各种寄存器：</a:t>
            </a:r>
          </a:p>
          <a:p>
            <a:pPr algn="just"/>
            <a:r>
              <a:rPr lang="zh-CN" altLang="en-US" sz="3600">
                <a:solidFill>
                  <a:schemeClr val="accent2"/>
                </a:solidFill>
              </a:rPr>
              <a:t>	</a:t>
            </a:r>
            <a:r>
              <a:rPr lang="en-US" altLang="zh-CN" sz="3600">
                <a:solidFill>
                  <a:schemeClr val="accent2"/>
                </a:solidFill>
              </a:rPr>
              <a:t>(1) </a:t>
            </a:r>
            <a:r>
              <a:rPr lang="zh-CN" altLang="en-US" sz="3600">
                <a:solidFill>
                  <a:schemeClr val="accent2"/>
                </a:solidFill>
              </a:rPr>
              <a:t>算术逻辑单元</a:t>
            </a:r>
          </a:p>
          <a:p>
            <a:pPr algn="just"/>
            <a:r>
              <a:rPr lang="zh-CN" altLang="en-US" sz="3600">
                <a:solidFill>
                  <a:schemeClr val="accent2"/>
                </a:solidFill>
              </a:rPr>
              <a:t>	</a:t>
            </a:r>
            <a:r>
              <a:rPr lang="en-US" altLang="zh-CN" sz="3600">
                <a:solidFill>
                  <a:schemeClr val="accent2"/>
                </a:solidFill>
              </a:rPr>
              <a:t>(2) </a:t>
            </a:r>
            <a:r>
              <a:rPr lang="zh-CN" altLang="en-US" sz="3600">
                <a:solidFill>
                  <a:schemeClr val="accent2"/>
                </a:solidFill>
              </a:rPr>
              <a:t>控制逻辑</a:t>
            </a:r>
          </a:p>
          <a:p>
            <a:pPr algn="just"/>
            <a:r>
              <a:rPr lang="zh-CN" altLang="en-US" sz="3600">
                <a:solidFill>
                  <a:schemeClr val="accent2"/>
                </a:solidFill>
              </a:rPr>
              <a:t>	</a:t>
            </a:r>
            <a:r>
              <a:rPr lang="en-US" altLang="zh-CN" sz="3600">
                <a:solidFill>
                  <a:schemeClr val="accent2"/>
                </a:solidFill>
              </a:rPr>
              <a:t>(3) </a:t>
            </a:r>
            <a:r>
              <a:rPr lang="zh-CN" altLang="en-US" sz="3600">
                <a:solidFill>
                  <a:srgbClr val="FF3300"/>
                </a:solidFill>
              </a:rPr>
              <a:t>工作寄存器</a:t>
            </a:r>
            <a:endParaRPr lang="zh-CN" altLang="en-US" sz="3600">
              <a:solidFill>
                <a:schemeClr val="accent2"/>
              </a:solidFill>
            </a:endParaRPr>
          </a:p>
          <a:p>
            <a:pPr algn="just"/>
            <a:r>
              <a:rPr lang="zh-CN" altLang="en-US" sz="3600">
                <a:solidFill>
                  <a:schemeClr val="accent2"/>
                </a:solidFill>
              </a:rPr>
              <a:t>	</a:t>
            </a:r>
            <a:r>
              <a:rPr lang="en-US" altLang="zh-CN" sz="3600">
                <a:solidFill>
                  <a:schemeClr val="accent2"/>
                </a:solidFill>
              </a:rPr>
              <a:t>(4) </a:t>
            </a:r>
            <a:r>
              <a:rPr lang="en-US" altLang="zh-CN" sz="3600">
                <a:solidFill>
                  <a:schemeClr val="tx1"/>
                </a:solidFill>
              </a:rPr>
              <a:t>Cache</a:t>
            </a:r>
            <a:endParaRPr lang="en-US" altLang="zh-CN" sz="320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50184" name="灯片编号占位符 13">
            <a:extLst>
              <a:ext uri="{FF2B5EF4-FFF2-40B4-BE49-F238E27FC236}">
                <a16:creationId xmlns:a16="http://schemas.microsoft.com/office/drawing/2014/main" id="{78077264-6C39-46C5-B124-A693DFDA2E6F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4547D137-6FA9-4E1D-90A1-0F8A2371E3DB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0185" name="日期占位符 12">
            <a:extLst>
              <a:ext uri="{FF2B5EF4-FFF2-40B4-BE49-F238E27FC236}">
                <a16:creationId xmlns:a16="http://schemas.microsoft.com/office/drawing/2014/main" id="{EDDDBB7D-DF67-409E-A4B1-346DDB4CFC9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678E4A9-3B4A-401F-9276-685FA5F2FBE3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0186" name="页脚占位符 14">
            <a:extLst>
              <a:ext uri="{FF2B5EF4-FFF2-40B4-BE49-F238E27FC236}">
                <a16:creationId xmlns:a16="http://schemas.microsoft.com/office/drawing/2014/main" id="{B90C5A6A-0E6A-466D-958A-7AD2F902570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50187" name="TextBox 11">
            <a:extLst>
              <a:ext uri="{FF2B5EF4-FFF2-40B4-BE49-F238E27FC236}">
                <a16:creationId xmlns:a16="http://schemas.microsoft.com/office/drawing/2014/main" id="{805C9087-9681-40E3-850E-98CC84C11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052513"/>
            <a:ext cx="48974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buFontTx/>
              <a:buChar char="•"/>
            </a:pPr>
            <a:r>
              <a:rPr lang="en-US" altLang="zh-CN" sz="3600">
                <a:solidFill>
                  <a:srgbClr val="FF3300"/>
                </a:solidFill>
                <a:ea typeface="楷体" panose="02010609060101010101" pitchFamily="49" charset="-122"/>
              </a:rPr>
              <a:t> 80x86CPU</a:t>
            </a:r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的内部结构</a:t>
            </a:r>
          </a:p>
        </p:txBody>
      </p:sp>
      <p:sp>
        <p:nvSpPr>
          <p:cNvPr id="50188" name="Text Box 1029">
            <a:extLst>
              <a:ext uri="{FF2B5EF4-FFF2-40B4-BE49-F238E27FC236}">
                <a16:creationId xmlns:a16="http://schemas.microsoft.com/office/drawing/2014/main" id="{1903F7DA-D27E-447D-8562-BD5FAACBA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8891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Line 1027">
            <a:extLst>
              <a:ext uri="{FF2B5EF4-FFF2-40B4-BE49-F238E27FC236}">
                <a16:creationId xmlns:a16="http://schemas.microsoft.com/office/drawing/2014/main" id="{FF4AC3D1-2579-44F9-8DED-BA28D44CB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7" name="Line 1031">
            <a:extLst>
              <a:ext uri="{FF2B5EF4-FFF2-40B4-BE49-F238E27FC236}">
                <a16:creationId xmlns:a16="http://schemas.microsoft.com/office/drawing/2014/main" id="{EA457DDB-C3C7-45B8-A87C-D86E276B77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28" name="AutoShape 1032">
            <a:extLst>
              <a:ext uri="{FF2B5EF4-FFF2-40B4-BE49-F238E27FC236}">
                <a16:creationId xmlns:a16="http://schemas.microsoft.com/office/drawing/2014/main" id="{A88F2E72-D3D0-4B1E-B6FC-E24D5BDF7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2229" name="AutoShape 1033">
            <a:extLst>
              <a:ext uri="{FF2B5EF4-FFF2-40B4-BE49-F238E27FC236}">
                <a16:creationId xmlns:a16="http://schemas.microsoft.com/office/drawing/2014/main" id="{BA663B9E-4EFD-432D-BCBF-22C7EC5B1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5BDF4B55-B59A-4B4D-9092-30986C6D7B8C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2231" name="Group 4">
            <a:extLst>
              <a:ext uri="{FF2B5EF4-FFF2-40B4-BE49-F238E27FC236}">
                <a16:creationId xmlns:a16="http://schemas.microsoft.com/office/drawing/2014/main" id="{E2A7B80C-C188-428D-8919-BA2509958E4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76250"/>
            <a:ext cx="8991600" cy="5688013"/>
            <a:chOff x="96" y="96"/>
            <a:chExt cx="5664" cy="4132"/>
          </a:xfrm>
        </p:grpSpPr>
        <p:sp>
          <p:nvSpPr>
            <p:cNvPr id="52238" name="Rectangle 5">
              <a:extLst>
                <a:ext uri="{FF2B5EF4-FFF2-40B4-BE49-F238E27FC236}">
                  <a16:creationId xmlns:a16="http://schemas.microsoft.com/office/drawing/2014/main" id="{CAD195A3-D2E6-4DB5-89FC-357A6B543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576"/>
              <a:ext cx="864" cy="1536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52239" name="Line 6">
              <a:extLst>
                <a:ext uri="{FF2B5EF4-FFF2-40B4-BE49-F238E27FC236}">
                  <a16:creationId xmlns:a16="http://schemas.microsoft.com/office/drawing/2014/main" id="{97D3E061-D560-4F24-A97F-8123F43CE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728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0" name="Line 7">
              <a:extLst>
                <a:ext uri="{FF2B5EF4-FFF2-40B4-BE49-F238E27FC236}">
                  <a16:creationId xmlns:a16="http://schemas.microsoft.com/office/drawing/2014/main" id="{967A592B-9A4F-4C0B-AFCE-3E0D82D22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920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1" name="Line 8">
              <a:extLst>
                <a:ext uri="{FF2B5EF4-FFF2-40B4-BE49-F238E27FC236}">
                  <a16:creationId xmlns:a16="http://schemas.microsoft.com/office/drawing/2014/main" id="{909F9A7C-642C-481A-8E8B-594D2B96A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768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2" name="Line 9">
              <a:extLst>
                <a:ext uri="{FF2B5EF4-FFF2-40B4-BE49-F238E27FC236}">
                  <a16:creationId xmlns:a16="http://schemas.microsoft.com/office/drawing/2014/main" id="{A7C8C773-13A8-4437-BC61-4775685DE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960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3" name="Line 10">
              <a:extLst>
                <a:ext uri="{FF2B5EF4-FFF2-40B4-BE49-F238E27FC236}">
                  <a16:creationId xmlns:a16="http://schemas.microsoft.com/office/drawing/2014/main" id="{82AAC599-07F7-4248-A68E-E49126C12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52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4" name="Line 11">
              <a:extLst>
                <a:ext uri="{FF2B5EF4-FFF2-40B4-BE49-F238E27FC236}">
                  <a16:creationId xmlns:a16="http://schemas.microsoft.com/office/drawing/2014/main" id="{C86E69CB-3192-4B6F-977E-36E786F21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344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5" name="Line 12">
              <a:extLst>
                <a:ext uri="{FF2B5EF4-FFF2-40B4-BE49-F238E27FC236}">
                  <a16:creationId xmlns:a16="http://schemas.microsoft.com/office/drawing/2014/main" id="{27581FAC-0AD0-4D2C-927D-968634D1E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36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6" name="Line 13">
              <a:extLst>
                <a:ext uri="{FF2B5EF4-FFF2-40B4-BE49-F238E27FC236}">
                  <a16:creationId xmlns:a16="http://schemas.microsoft.com/office/drawing/2014/main" id="{A44AA465-D075-46C9-BE79-59569EA41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576"/>
              <a:ext cx="0" cy="768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7" name="Freeform 14">
              <a:extLst>
                <a:ext uri="{FF2B5EF4-FFF2-40B4-BE49-F238E27FC236}">
                  <a16:creationId xmlns:a16="http://schemas.microsoft.com/office/drawing/2014/main" id="{D55B237C-4BF5-493E-89A5-40AF1ED48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2784"/>
              <a:ext cx="1200" cy="480"/>
            </a:xfrm>
            <a:custGeom>
              <a:avLst/>
              <a:gdLst>
                <a:gd name="T0" fmla="*/ 0 w 1200"/>
                <a:gd name="T1" fmla="*/ 0 h 480"/>
                <a:gd name="T2" fmla="*/ 384 w 1200"/>
                <a:gd name="T3" fmla="*/ 0 h 480"/>
                <a:gd name="T4" fmla="*/ 480 w 1200"/>
                <a:gd name="T5" fmla="*/ 192 h 480"/>
                <a:gd name="T6" fmla="*/ 720 w 1200"/>
                <a:gd name="T7" fmla="*/ 192 h 480"/>
                <a:gd name="T8" fmla="*/ 816 w 1200"/>
                <a:gd name="T9" fmla="*/ 0 h 480"/>
                <a:gd name="T10" fmla="*/ 1200 w 1200"/>
                <a:gd name="T11" fmla="*/ 0 h 480"/>
                <a:gd name="T12" fmla="*/ 912 w 1200"/>
                <a:gd name="T13" fmla="*/ 480 h 480"/>
                <a:gd name="T14" fmla="*/ 240 w 1200"/>
                <a:gd name="T15" fmla="*/ 480 h 480"/>
                <a:gd name="T16" fmla="*/ 0 w 1200"/>
                <a:gd name="T17" fmla="*/ 0 h 4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00"/>
                <a:gd name="T28" fmla="*/ 0 h 480"/>
                <a:gd name="T29" fmla="*/ 1200 w 1200"/>
                <a:gd name="T30" fmla="*/ 480 h 48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00" h="480">
                  <a:moveTo>
                    <a:pt x="0" y="0"/>
                  </a:moveTo>
                  <a:lnTo>
                    <a:pt x="384" y="0"/>
                  </a:lnTo>
                  <a:lnTo>
                    <a:pt x="480" y="192"/>
                  </a:lnTo>
                  <a:lnTo>
                    <a:pt x="720" y="192"/>
                  </a:lnTo>
                  <a:lnTo>
                    <a:pt x="816" y="0"/>
                  </a:lnTo>
                  <a:lnTo>
                    <a:pt x="1200" y="0"/>
                  </a:lnTo>
                  <a:lnTo>
                    <a:pt x="912" y="480"/>
                  </a:lnTo>
                  <a:lnTo>
                    <a:pt x="240" y="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99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8" name="Line 15">
              <a:extLst>
                <a:ext uri="{FF2B5EF4-FFF2-40B4-BE49-F238E27FC236}">
                  <a16:creationId xmlns:a16="http://schemas.microsoft.com/office/drawing/2014/main" id="{65B588AF-2958-41F3-A731-145E6D855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112"/>
              <a:ext cx="0" cy="336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9" name="Line 16">
              <a:extLst>
                <a:ext uri="{FF2B5EF4-FFF2-40B4-BE49-F238E27FC236}">
                  <a16:creationId xmlns:a16="http://schemas.microsoft.com/office/drawing/2014/main" id="{2197F24F-0497-4094-BD41-B3412A935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48"/>
              <a:ext cx="0" cy="336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0" name="Line 17">
              <a:extLst>
                <a:ext uri="{FF2B5EF4-FFF2-40B4-BE49-F238E27FC236}">
                  <a16:creationId xmlns:a16="http://schemas.microsoft.com/office/drawing/2014/main" id="{F06E7EBE-E1D3-4892-87EB-4C73F5C28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448"/>
              <a:ext cx="0" cy="336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1" name="Rectangle 18">
              <a:extLst>
                <a:ext uri="{FF2B5EF4-FFF2-40B4-BE49-F238E27FC236}">
                  <a16:creationId xmlns:a16="http://schemas.microsoft.com/office/drawing/2014/main" id="{2FB89FCE-8DBA-467F-9DE3-B61BC1AD2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648"/>
              <a:ext cx="1056" cy="24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52252" name="Line 19">
              <a:extLst>
                <a:ext uri="{FF2B5EF4-FFF2-40B4-BE49-F238E27FC236}">
                  <a16:creationId xmlns:a16="http://schemas.microsoft.com/office/drawing/2014/main" id="{8C2E34B9-3D02-4D89-B338-5A1BD2B778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64"/>
              <a:ext cx="0" cy="384"/>
            </a:xfrm>
            <a:prstGeom prst="line">
              <a:avLst/>
            </a:prstGeom>
            <a:noFill/>
            <a:ln w="28575">
              <a:solidFill>
                <a:srgbClr val="9966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3" name="Line 20">
              <a:extLst>
                <a:ext uri="{FF2B5EF4-FFF2-40B4-BE49-F238E27FC236}">
                  <a16:creationId xmlns:a16="http://schemas.microsoft.com/office/drawing/2014/main" id="{33CABCDD-CEC1-4CFE-BC30-9FCB17CB1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448"/>
              <a:ext cx="0" cy="1008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4" name="Line 21">
              <a:extLst>
                <a:ext uri="{FF2B5EF4-FFF2-40B4-BE49-F238E27FC236}">
                  <a16:creationId xmlns:a16="http://schemas.microsoft.com/office/drawing/2014/main" id="{CD51A783-52AF-48A5-9925-C3ECF0F04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426"/>
              <a:ext cx="576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5" name="Line 22">
              <a:extLst>
                <a:ext uri="{FF2B5EF4-FFF2-40B4-BE49-F238E27FC236}">
                  <a16:creationId xmlns:a16="http://schemas.microsoft.com/office/drawing/2014/main" id="{F3986B57-0C49-4661-BB2D-73C22DE70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264"/>
              <a:ext cx="0" cy="192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6" name="Line 23">
              <a:extLst>
                <a:ext uri="{FF2B5EF4-FFF2-40B4-BE49-F238E27FC236}">
                  <a16:creationId xmlns:a16="http://schemas.microsoft.com/office/drawing/2014/main" id="{A6A9B89B-E14C-4032-AD91-4B7DB1A9F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2448"/>
              <a:ext cx="3264" cy="0"/>
            </a:xfrm>
            <a:prstGeom prst="line">
              <a:avLst/>
            </a:prstGeom>
            <a:noFill/>
            <a:ln w="117475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7" name="Line 24">
              <a:extLst>
                <a:ext uri="{FF2B5EF4-FFF2-40B4-BE49-F238E27FC236}">
                  <a16:creationId xmlns:a16="http://schemas.microsoft.com/office/drawing/2014/main" id="{E1C02DE3-9CBA-4310-8BD9-24C761F12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448"/>
              <a:ext cx="0" cy="168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8" name="Line 25">
              <a:extLst>
                <a:ext uri="{FF2B5EF4-FFF2-40B4-BE49-F238E27FC236}">
                  <a16:creationId xmlns:a16="http://schemas.microsoft.com/office/drawing/2014/main" id="{ED5EB616-AEDB-4332-80FD-38FBAD8EA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4098"/>
              <a:ext cx="1152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9" name="Line 26">
              <a:extLst>
                <a:ext uri="{FF2B5EF4-FFF2-40B4-BE49-F238E27FC236}">
                  <a16:creationId xmlns:a16="http://schemas.microsoft.com/office/drawing/2014/main" id="{0E95D594-320A-4C1F-8D21-2E1E2F149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888"/>
              <a:ext cx="0" cy="24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60" name="Freeform 27">
              <a:hlinkClick r:id="rId3"/>
              <a:extLst>
                <a:ext uri="{FF2B5EF4-FFF2-40B4-BE49-F238E27FC236}">
                  <a16:creationId xmlns:a16="http://schemas.microsoft.com/office/drawing/2014/main" id="{C7ED9BC1-59AE-4D5C-9F6B-DF333A3FF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384"/>
              <a:ext cx="1008" cy="384"/>
            </a:xfrm>
            <a:custGeom>
              <a:avLst/>
              <a:gdLst>
                <a:gd name="T0" fmla="*/ 0 w 1008"/>
                <a:gd name="T1" fmla="*/ 384 h 384"/>
                <a:gd name="T2" fmla="*/ 288 w 1008"/>
                <a:gd name="T3" fmla="*/ 384 h 384"/>
                <a:gd name="T4" fmla="*/ 384 w 1008"/>
                <a:gd name="T5" fmla="*/ 192 h 384"/>
                <a:gd name="T6" fmla="*/ 624 w 1008"/>
                <a:gd name="T7" fmla="*/ 192 h 384"/>
                <a:gd name="T8" fmla="*/ 720 w 1008"/>
                <a:gd name="T9" fmla="*/ 384 h 384"/>
                <a:gd name="T10" fmla="*/ 1008 w 1008"/>
                <a:gd name="T11" fmla="*/ 384 h 384"/>
                <a:gd name="T12" fmla="*/ 816 w 1008"/>
                <a:gd name="T13" fmla="*/ 0 h 384"/>
                <a:gd name="T14" fmla="*/ 144 w 1008"/>
                <a:gd name="T15" fmla="*/ 0 h 384"/>
                <a:gd name="T16" fmla="*/ 0 w 1008"/>
                <a:gd name="T17" fmla="*/ 384 h 3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8"/>
                <a:gd name="T28" fmla="*/ 0 h 384"/>
                <a:gd name="T29" fmla="*/ 1008 w 1008"/>
                <a:gd name="T30" fmla="*/ 384 h 3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8" h="384">
                  <a:moveTo>
                    <a:pt x="0" y="384"/>
                  </a:moveTo>
                  <a:lnTo>
                    <a:pt x="288" y="384"/>
                  </a:lnTo>
                  <a:lnTo>
                    <a:pt x="384" y="192"/>
                  </a:lnTo>
                  <a:lnTo>
                    <a:pt x="624" y="192"/>
                  </a:lnTo>
                  <a:lnTo>
                    <a:pt x="720" y="384"/>
                  </a:lnTo>
                  <a:lnTo>
                    <a:pt x="1008" y="384"/>
                  </a:lnTo>
                  <a:lnTo>
                    <a:pt x="816" y="0"/>
                  </a:lnTo>
                  <a:lnTo>
                    <a:pt x="144" y="0"/>
                  </a:lnTo>
                  <a:lnTo>
                    <a:pt x="0" y="384"/>
                  </a:lnTo>
                  <a:close/>
                </a:path>
              </a:pathLst>
            </a:custGeom>
            <a:solidFill>
              <a:srgbClr val="B2B2B2"/>
            </a:solidFill>
            <a:ln w="12700" cap="flat" cmpd="sng">
              <a:solidFill>
                <a:srgbClr val="99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61" name="Rectangle 28">
              <a:extLst>
                <a:ext uri="{FF2B5EF4-FFF2-40B4-BE49-F238E27FC236}">
                  <a16:creationId xmlns:a16="http://schemas.microsoft.com/office/drawing/2014/main" id="{73E69966-9488-40A4-9ADD-7A69C2882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056"/>
              <a:ext cx="864" cy="1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1800">
                <a:solidFill>
                  <a:schemeClr val="hlink"/>
                </a:solidFill>
              </a:endParaRPr>
            </a:p>
          </p:txBody>
        </p:sp>
        <p:sp>
          <p:nvSpPr>
            <p:cNvPr id="52262" name="Line 29">
              <a:extLst>
                <a:ext uri="{FF2B5EF4-FFF2-40B4-BE49-F238E27FC236}">
                  <a16:creationId xmlns:a16="http://schemas.microsoft.com/office/drawing/2014/main" id="{CF8C5587-AA65-4875-ACE3-D0F5EF298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824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63" name="Line 30">
              <a:extLst>
                <a:ext uri="{FF2B5EF4-FFF2-40B4-BE49-F238E27FC236}">
                  <a16:creationId xmlns:a16="http://schemas.microsoft.com/office/drawing/2014/main" id="{00942D9B-7FD0-4EA4-9439-09C6AFA54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632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64" name="Line 31">
              <a:extLst>
                <a:ext uri="{FF2B5EF4-FFF2-40B4-BE49-F238E27FC236}">
                  <a16:creationId xmlns:a16="http://schemas.microsoft.com/office/drawing/2014/main" id="{71FE5F98-DB6F-4578-8EFE-9F07220EE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248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65" name="Line 32">
              <a:extLst>
                <a:ext uri="{FF2B5EF4-FFF2-40B4-BE49-F238E27FC236}">
                  <a16:creationId xmlns:a16="http://schemas.microsoft.com/office/drawing/2014/main" id="{BAC4F18C-2164-413F-B266-C9CC1293C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440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66" name="Line 33">
              <a:extLst>
                <a:ext uri="{FF2B5EF4-FFF2-40B4-BE49-F238E27FC236}">
                  <a16:creationId xmlns:a16="http://schemas.microsoft.com/office/drawing/2014/main" id="{0F6167CB-2757-4E14-AF96-CEFD365F6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016"/>
              <a:ext cx="864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67" name="Rectangle 34">
              <a:extLst>
                <a:ext uri="{FF2B5EF4-FFF2-40B4-BE49-F238E27FC236}">
                  <a16:creationId xmlns:a16="http://schemas.microsoft.com/office/drawing/2014/main" id="{7573A1F3-DC2C-44DC-8E2D-293CDCC58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784"/>
              <a:ext cx="720" cy="480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52268" name="Rectangle 35">
              <a:extLst>
                <a:ext uri="{FF2B5EF4-FFF2-40B4-BE49-F238E27FC236}">
                  <a16:creationId xmlns:a16="http://schemas.microsoft.com/office/drawing/2014/main" id="{0A7AA7F1-C253-4EA4-9B3E-08C688D40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880"/>
              <a:ext cx="864" cy="2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52269" name="Rectangle 36">
              <a:extLst>
                <a:ext uri="{FF2B5EF4-FFF2-40B4-BE49-F238E27FC236}">
                  <a16:creationId xmlns:a16="http://schemas.microsoft.com/office/drawing/2014/main" id="{A1695D7D-EF46-4BA1-B74B-6DFFCC4B7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392"/>
              <a:ext cx="720" cy="528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52270" name="Line 37">
              <a:extLst>
                <a:ext uri="{FF2B5EF4-FFF2-40B4-BE49-F238E27FC236}">
                  <a16:creationId xmlns:a16="http://schemas.microsoft.com/office/drawing/2014/main" id="{2CA51CE3-3822-4DDF-9953-F24B7A0BF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1680"/>
              <a:ext cx="480" cy="0"/>
            </a:xfrm>
            <a:prstGeom prst="line">
              <a:avLst/>
            </a:prstGeom>
            <a:noFill/>
            <a:ln w="117475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71" name="Line 38">
              <a:extLst>
                <a:ext uri="{FF2B5EF4-FFF2-40B4-BE49-F238E27FC236}">
                  <a16:creationId xmlns:a16="http://schemas.microsoft.com/office/drawing/2014/main" id="{2D4D9CC9-3BF7-4304-A37F-87B028B80C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96"/>
              <a:ext cx="0" cy="1296"/>
            </a:xfrm>
            <a:prstGeom prst="line">
              <a:avLst/>
            </a:prstGeom>
            <a:noFill/>
            <a:ln w="117475">
              <a:solidFill>
                <a:srgbClr val="9966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72" name="Line 39">
              <a:extLst>
                <a:ext uri="{FF2B5EF4-FFF2-40B4-BE49-F238E27FC236}">
                  <a16:creationId xmlns:a16="http://schemas.microsoft.com/office/drawing/2014/main" id="{68A4F0A7-A320-41A4-ADB4-1D690B70E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40"/>
              <a:ext cx="1152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73" name="Line 40">
              <a:extLst>
                <a:ext uri="{FF2B5EF4-FFF2-40B4-BE49-F238E27FC236}">
                  <a16:creationId xmlns:a16="http://schemas.microsoft.com/office/drawing/2014/main" id="{9BDDEF32-606F-4943-88DF-BA523C658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40"/>
              <a:ext cx="0" cy="144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74" name="Line 41">
              <a:extLst>
                <a:ext uri="{FF2B5EF4-FFF2-40B4-BE49-F238E27FC236}">
                  <a16:creationId xmlns:a16="http://schemas.microsoft.com/office/drawing/2014/main" id="{2CA3BE9C-B83A-461A-A247-16CB67303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768"/>
              <a:ext cx="0" cy="288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75" name="Line 42">
              <a:extLst>
                <a:ext uri="{FF2B5EF4-FFF2-40B4-BE49-F238E27FC236}">
                  <a16:creationId xmlns:a16="http://schemas.microsoft.com/office/drawing/2014/main" id="{ED572B6D-B22F-426D-9790-DABA2CCD5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768"/>
              <a:ext cx="0" cy="288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76" name="Line 43">
              <a:extLst>
                <a:ext uri="{FF2B5EF4-FFF2-40B4-BE49-F238E27FC236}">
                  <a16:creationId xmlns:a16="http://schemas.microsoft.com/office/drawing/2014/main" id="{DE886034-5AE9-4F55-99E5-C1122C73D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912"/>
              <a:ext cx="864" cy="0"/>
            </a:xfrm>
            <a:prstGeom prst="line">
              <a:avLst/>
            </a:prstGeom>
            <a:noFill/>
            <a:ln w="76200">
              <a:solidFill>
                <a:srgbClr val="9966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77" name="Text Box 44">
              <a:extLst>
                <a:ext uri="{FF2B5EF4-FFF2-40B4-BE49-F238E27FC236}">
                  <a16:creationId xmlns:a16="http://schemas.microsoft.com/office/drawing/2014/main" id="{C4417100-57D1-4F94-B8A4-C5FF3D8621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4" y="2025"/>
              <a:ext cx="836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tx1"/>
                  </a:solidFill>
                </a:rPr>
                <a:t>内部暂存器</a:t>
              </a: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52278" name="Text Box 45">
              <a:extLst>
                <a:ext uri="{FF2B5EF4-FFF2-40B4-BE49-F238E27FC236}">
                  <a16:creationId xmlns:a16="http://schemas.microsoft.com/office/drawing/2014/main" id="{D9F2B6CC-1262-4011-BE3A-31F79A85E3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824"/>
              <a:ext cx="67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zh-CN" sz="1800">
                  <a:solidFill>
                    <a:schemeClr val="hlink"/>
                  </a:solidFill>
                </a:rPr>
                <a:t>      </a:t>
              </a:r>
              <a:r>
                <a:rPr lang="en-US" altLang="zh-CN" sz="1800">
                  <a:solidFill>
                    <a:schemeClr val="tx1"/>
                  </a:solidFill>
                </a:rPr>
                <a:t>IP</a:t>
              </a:r>
            </a:p>
          </p:txBody>
        </p:sp>
        <p:sp>
          <p:nvSpPr>
            <p:cNvPr id="52279" name="Text Box 46">
              <a:extLst>
                <a:ext uri="{FF2B5EF4-FFF2-40B4-BE49-F238E27FC236}">
                  <a16:creationId xmlns:a16="http://schemas.microsoft.com/office/drawing/2014/main" id="{9322307B-722D-454D-A923-1DB90C3225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632"/>
              <a:ext cx="62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hlink"/>
                  </a:solidFill>
                </a:rPr>
                <a:t>    </a:t>
              </a:r>
              <a:r>
                <a:rPr lang="en-US" altLang="zh-CN" sz="1800">
                  <a:solidFill>
                    <a:schemeClr val="tx1"/>
                  </a:solidFill>
                </a:rPr>
                <a:t>ES</a:t>
              </a:r>
              <a:endParaRPr lang="en-US" altLang="zh-CN" sz="1800" i="1">
                <a:solidFill>
                  <a:schemeClr val="hlink"/>
                </a:solidFill>
              </a:endParaRPr>
            </a:p>
          </p:txBody>
        </p:sp>
        <p:sp>
          <p:nvSpPr>
            <p:cNvPr id="52280" name="Text Box 47">
              <a:extLst>
                <a:ext uri="{FF2B5EF4-FFF2-40B4-BE49-F238E27FC236}">
                  <a16:creationId xmlns:a16="http://schemas.microsoft.com/office/drawing/2014/main" id="{A6972982-471F-4723-9D68-2AA862BDD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440"/>
              <a:ext cx="38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hlink"/>
                  </a:solidFill>
                </a:rPr>
                <a:t> </a:t>
              </a:r>
              <a:r>
                <a:rPr lang="en-US" altLang="zh-CN" sz="1800">
                  <a:solidFill>
                    <a:schemeClr val="tx1"/>
                  </a:solidFill>
                </a:rPr>
                <a:t>SS</a:t>
              </a:r>
            </a:p>
          </p:txBody>
        </p:sp>
        <p:sp>
          <p:nvSpPr>
            <p:cNvPr id="52281" name="Text Box 48">
              <a:extLst>
                <a:ext uri="{FF2B5EF4-FFF2-40B4-BE49-F238E27FC236}">
                  <a16:creationId xmlns:a16="http://schemas.microsoft.com/office/drawing/2014/main" id="{0F33CF08-2EB5-474F-B641-9016C9835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248"/>
              <a:ext cx="43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 DS</a:t>
              </a:r>
            </a:p>
          </p:txBody>
        </p:sp>
        <p:sp>
          <p:nvSpPr>
            <p:cNvPr id="52282" name="Text Box 49">
              <a:extLst>
                <a:ext uri="{FF2B5EF4-FFF2-40B4-BE49-F238E27FC236}">
                  <a16:creationId xmlns:a16="http://schemas.microsoft.com/office/drawing/2014/main" id="{BE2F7F52-78F8-462A-B410-E98C49F06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055"/>
              <a:ext cx="528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 CS</a:t>
              </a:r>
            </a:p>
          </p:txBody>
        </p:sp>
        <p:sp>
          <p:nvSpPr>
            <p:cNvPr id="52283" name="Text Box 50">
              <a:extLst>
                <a:ext uri="{FF2B5EF4-FFF2-40B4-BE49-F238E27FC236}">
                  <a16:creationId xmlns:a16="http://schemas.microsoft.com/office/drawing/2014/main" id="{AB35A414-0F5E-4A73-9D08-DF223C3ED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440"/>
              <a:ext cx="81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tx1"/>
                  </a:solidFill>
                </a:rPr>
                <a:t>    总线    控制电路</a:t>
              </a:r>
            </a:p>
          </p:txBody>
        </p:sp>
        <p:sp>
          <p:nvSpPr>
            <p:cNvPr id="52284" name="Text Box 51">
              <a:extLst>
                <a:ext uri="{FF2B5EF4-FFF2-40B4-BE49-F238E27FC236}">
                  <a16:creationId xmlns:a16="http://schemas.microsoft.com/office/drawing/2014/main" id="{B4C9AECD-C01A-4551-9358-9E86AA87C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1" y="1872"/>
              <a:ext cx="289" cy="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tx1"/>
                  </a:solidFill>
                </a:rPr>
                <a:t>外部总线</a:t>
              </a:r>
            </a:p>
          </p:txBody>
        </p:sp>
        <p:sp>
          <p:nvSpPr>
            <p:cNvPr id="52285" name="Line 52">
              <a:extLst>
                <a:ext uri="{FF2B5EF4-FFF2-40B4-BE49-F238E27FC236}">
                  <a16:creationId xmlns:a16="http://schemas.microsoft.com/office/drawing/2014/main" id="{4F8A13AE-AB11-4495-B761-02A2E1826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024"/>
              <a:ext cx="432" cy="0"/>
            </a:xfrm>
            <a:prstGeom prst="line">
              <a:avLst/>
            </a:prstGeom>
            <a:noFill/>
            <a:ln w="95250">
              <a:solidFill>
                <a:srgbClr val="9966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86" name="Line 53">
              <a:extLst>
                <a:ext uri="{FF2B5EF4-FFF2-40B4-BE49-F238E27FC236}">
                  <a16:creationId xmlns:a16="http://schemas.microsoft.com/office/drawing/2014/main" id="{461AB920-EFF7-41D0-A32B-EF4733B9ED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920"/>
              <a:ext cx="0" cy="1104"/>
            </a:xfrm>
            <a:prstGeom prst="line">
              <a:avLst/>
            </a:prstGeom>
            <a:noFill/>
            <a:ln w="101600">
              <a:solidFill>
                <a:srgbClr val="99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87" name="Line 54">
              <a:extLst>
                <a:ext uri="{FF2B5EF4-FFF2-40B4-BE49-F238E27FC236}">
                  <a16:creationId xmlns:a16="http://schemas.microsoft.com/office/drawing/2014/main" id="{E1B3D6F2-3324-4872-883F-73FE7B54D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024"/>
              <a:ext cx="816" cy="0"/>
            </a:xfrm>
            <a:prstGeom prst="line">
              <a:avLst/>
            </a:prstGeom>
            <a:noFill/>
            <a:ln w="95250">
              <a:solidFill>
                <a:srgbClr val="9966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88" name="Line 55">
              <a:extLst>
                <a:ext uri="{FF2B5EF4-FFF2-40B4-BE49-F238E27FC236}">
                  <a16:creationId xmlns:a16="http://schemas.microsoft.com/office/drawing/2014/main" id="{123CC4C2-7306-452A-ADF0-D6CFD781D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448"/>
              <a:ext cx="0" cy="576"/>
            </a:xfrm>
            <a:prstGeom prst="line">
              <a:avLst/>
            </a:prstGeom>
            <a:noFill/>
            <a:ln w="88900">
              <a:solidFill>
                <a:srgbClr val="9966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89" name="Line 56">
              <a:extLst>
                <a:ext uri="{FF2B5EF4-FFF2-40B4-BE49-F238E27FC236}">
                  <a16:creationId xmlns:a16="http://schemas.microsoft.com/office/drawing/2014/main" id="{86EB8EFA-B344-453C-867E-FC8EB9D2F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160"/>
              <a:ext cx="336" cy="0"/>
            </a:xfrm>
            <a:prstGeom prst="line">
              <a:avLst/>
            </a:prstGeom>
            <a:noFill/>
            <a:ln w="88900">
              <a:solidFill>
                <a:srgbClr val="9966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90" name="Line 57">
              <a:extLst>
                <a:ext uri="{FF2B5EF4-FFF2-40B4-BE49-F238E27FC236}">
                  <a16:creationId xmlns:a16="http://schemas.microsoft.com/office/drawing/2014/main" id="{19D19B67-80DD-4ECB-912F-DE3A340C66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160"/>
              <a:ext cx="1" cy="240"/>
            </a:xfrm>
            <a:prstGeom prst="line">
              <a:avLst/>
            </a:prstGeom>
            <a:noFill/>
            <a:ln w="88900">
              <a:solidFill>
                <a:srgbClr val="9966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91" name="Text Box 58">
              <a:extLst>
                <a:ext uri="{FF2B5EF4-FFF2-40B4-BE49-F238E27FC236}">
                  <a16:creationId xmlns:a16="http://schemas.microsoft.com/office/drawing/2014/main" id="{CB6ED3CD-4F85-4FD6-A800-7A44EB296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831"/>
              <a:ext cx="720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tx1"/>
                  </a:solidFill>
                </a:rPr>
                <a:t>执行部分控制电路</a:t>
              </a:r>
            </a:p>
          </p:txBody>
        </p:sp>
        <p:sp>
          <p:nvSpPr>
            <p:cNvPr id="52292" name="Line 59">
              <a:extLst>
                <a:ext uri="{FF2B5EF4-FFF2-40B4-BE49-F238E27FC236}">
                  <a16:creationId xmlns:a16="http://schemas.microsoft.com/office/drawing/2014/main" id="{AB0B4AC8-ED37-4A87-BD5C-7A088FC24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256"/>
              <a:ext cx="0" cy="148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93" name="Line 60">
              <a:extLst>
                <a:ext uri="{FF2B5EF4-FFF2-40B4-BE49-F238E27FC236}">
                  <a16:creationId xmlns:a16="http://schemas.microsoft.com/office/drawing/2014/main" id="{AC1A54CB-CF4C-4A7D-900A-5CDF4CE49A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256"/>
              <a:ext cx="432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94" name="Line 61">
              <a:extLst>
                <a:ext uri="{FF2B5EF4-FFF2-40B4-BE49-F238E27FC236}">
                  <a16:creationId xmlns:a16="http://schemas.microsoft.com/office/drawing/2014/main" id="{94066583-99B2-4B49-B52C-AEAD8B4BD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112"/>
              <a:ext cx="0" cy="144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95" name="Line 62">
              <a:extLst>
                <a:ext uri="{FF2B5EF4-FFF2-40B4-BE49-F238E27FC236}">
                  <a16:creationId xmlns:a16="http://schemas.microsoft.com/office/drawing/2014/main" id="{6A672EDC-5D3B-4CE2-B7AD-91F7A5ADC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024"/>
              <a:ext cx="384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96" name="Line 63">
              <a:extLst>
                <a:ext uri="{FF2B5EF4-FFF2-40B4-BE49-F238E27FC236}">
                  <a16:creationId xmlns:a16="http://schemas.microsoft.com/office/drawing/2014/main" id="{E17CC982-304A-4BF3-BCF3-770766AD0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744"/>
              <a:ext cx="192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97" name="Line 64">
              <a:extLst>
                <a:ext uri="{FF2B5EF4-FFF2-40B4-BE49-F238E27FC236}">
                  <a16:creationId xmlns:a16="http://schemas.microsoft.com/office/drawing/2014/main" id="{AF5144F0-9AE3-4C64-8114-7D9CF5EFA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98" name="Line 65">
              <a:extLst>
                <a:ext uri="{FF2B5EF4-FFF2-40B4-BE49-F238E27FC236}">
                  <a16:creationId xmlns:a16="http://schemas.microsoft.com/office/drawing/2014/main" id="{61B529FC-FA08-4D00-A663-5570AC291D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99" name="Line 66">
              <a:extLst>
                <a:ext uri="{FF2B5EF4-FFF2-40B4-BE49-F238E27FC236}">
                  <a16:creationId xmlns:a16="http://schemas.microsoft.com/office/drawing/2014/main" id="{14FC663F-7206-4A0F-8C2E-3F3F9398D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00" name="Line 67">
              <a:extLst>
                <a:ext uri="{FF2B5EF4-FFF2-40B4-BE49-F238E27FC236}">
                  <a16:creationId xmlns:a16="http://schemas.microsoft.com/office/drawing/2014/main" id="{7E2022B3-6FEC-4D04-AD52-89B45B9DB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01" name="Line 68">
              <a:extLst>
                <a:ext uri="{FF2B5EF4-FFF2-40B4-BE49-F238E27FC236}">
                  <a16:creationId xmlns:a16="http://schemas.microsoft.com/office/drawing/2014/main" id="{A2709628-B8B9-4D34-8D97-D70871139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880"/>
              <a:ext cx="0" cy="288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02" name="Text Box 69">
              <a:extLst>
                <a:ext uri="{FF2B5EF4-FFF2-40B4-BE49-F238E27FC236}">
                  <a16:creationId xmlns:a16="http://schemas.microsoft.com/office/drawing/2014/main" id="{DE35463F-5485-43D5-808E-1F3798AD8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928"/>
              <a:ext cx="912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1 2  3  4  5  6</a:t>
              </a:r>
            </a:p>
          </p:txBody>
        </p:sp>
        <p:sp>
          <p:nvSpPr>
            <p:cNvPr id="52303" name="Line 70">
              <a:extLst>
                <a:ext uri="{FF2B5EF4-FFF2-40B4-BE49-F238E27FC236}">
                  <a16:creationId xmlns:a16="http://schemas.microsoft.com/office/drawing/2014/main" id="{4652FD21-CD0C-4FB6-8B90-CEC3B6EF5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480"/>
              <a:ext cx="0" cy="3696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prstDash val="lgDashDot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04" name="Line 71">
              <a:extLst>
                <a:ext uri="{FF2B5EF4-FFF2-40B4-BE49-F238E27FC236}">
                  <a16:creationId xmlns:a16="http://schemas.microsoft.com/office/drawing/2014/main" id="{501CE467-F482-45F6-B5D5-E8354C24B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144"/>
              <a:ext cx="0" cy="3984"/>
            </a:xfrm>
            <a:prstGeom prst="line">
              <a:avLst/>
            </a:prstGeom>
            <a:noFill/>
            <a:ln w="12700">
              <a:solidFill>
                <a:srgbClr val="996600"/>
              </a:solidFill>
              <a:prstDash val="lgDashDot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05" name="Text Box 72">
              <a:extLst>
                <a:ext uri="{FF2B5EF4-FFF2-40B4-BE49-F238E27FC236}">
                  <a16:creationId xmlns:a16="http://schemas.microsoft.com/office/drawing/2014/main" id="{50C32571-B4F5-4F05-A927-39030D0AE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7" y="336"/>
              <a:ext cx="336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ahoma" panose="020B0604030504040204" pitchFamily="34" charset="0"/>
                </a:rPr>
                <a:t>∑</a:t>
              </a:r>
            </a:p>
          </p:txBody>
        </p:sp>
        <p:sp>
          <p:nvSpPr>
            <p:cNvPr id="52306" name="Text Box 73">
              <a:extLst>
                <a:ext uri="{FF2B5EF4-FFF2-40B4-BE49-F238E27FC236}">
                  <a16:creationId xmlns:a16="http://schemas.microsoft.com/office/drawing/2014/main" id="{3F96621C-4FF9-4D7B-946C-F58137C89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976"/>
              <a:ext cx="606" cy="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</a:rPr>
                <a:t>ALU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52307" name="Text Box 74">
              <a:extLst>
                <a:ext uri="{FF2B5EF4-FFF2-40B4-BE49-F238E27FC236}">
                  <a16:creationId xmlns:a16="http://schemas.microsoft.com/office/drawing/2014/main" id="{F0932C48-96D4-47E2-B017-ED4F7095A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48"/>
              <a:ext cx="96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tx1"/>
                  </a:solidFill>
                </a:rPr>
                <a:t>标志寄存器</a:t>
              </a:r>
            </a:p>
          </p:txBody>
        </p:sp>
        <p:sp>
          <p:nvSpPr>
            <p:cNvPr id="52308" name="Text Box 75">
              <a:extLst>
                <a:ext uri="{FF2B5EF4-FFF2-40B4-BE49-F238E27FC236}">
                  <a16:creationId xmlns:a16="http://schemas.microsoft.com/office/drawing/2014/main" id="{E21A9BC8-CFE1-49E8-B3B6-35C530B53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576"/>
              <a:ext cx="96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   AH      AL   </a:t>
              </a:r>
            </a:p>
          </p:txBody>
        </p:sp>
        <p:sp>
          <p:nvSpPr>
            <p:cNvPr id="52309" name="Text Box 76">
              <a:extLst>
                <a:ext uri="{FF2B5EF4-FFF2-40B4-BE49-F238E27FC236}">
                  <a16:creationId xmlns:a16="http://schemas.microsoft.com/office/drawing/2014/main" id="{23FA3D2E-9A6E-4ACC-BFFD-5E728A606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768"/>
              <a:ext cx="86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 BH      BL</a:t>
              </a:r>
            </a:p>
          </p:txBody>
        </p:sp>
        <p:sp>
          <p:nvSpPr>
            <p:cNvPr id="52310" name="Text Box 77">
              <a:extLst>
                <a:ext uri="{FF2B5EF4-FFF2-40B4-BE49-F238E27FC236}">
                  <a16:creationId xmlns:a16="http://schemas.microsoft.com/office/drawing/2014/main" id="{1744F0BD-494D-4A47-8BB5-B9940D1E2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960"/>
              <a:ext cx="81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CH      CL</a:t>
              </a:r>
            </a:p>
          </p:txBody>
        </p:sp>
        <p:sp>
          <p:nvSpPr>
            <p:cNvPr id="52311" name="Text Box 78">
              <a:extLst>
                <a:ext uri="{FF2B5EF4-FFF2-40B4-BE49-F238E27FC236}">
                  <a16:creationId xmlns:a16="http://schemas.microsoft.com/office/drawing/2014/main" id="{753E61F5-B2E3-4B16-AB5E-C389E3C2D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152"/>
              <a:ext cx="864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 DH      DL</a:t>
              </a:r>
            </a:p>
          </p:txBody>
        </p:sp>
        <p:sp>
          <p:nvSpPr>
            <p:cNvPr id="52312" name="Text Box 79">
              <a:extLst>
                <a:ext uri="{FF2B5EF4-FFF2-40B4-BE49-F238E27FC236}">
                  <a16:creationId xmlns:a16="http://schemas.microsoft.com/office/drawing/2014/main" id="{41955B24-E688-44C8-BECE-64B9015E2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344"/>
              <a:ext cx="57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    SP</a:t>
              </a:r>
            </a:p>
          </p:txBody>
        </p:sp>
        <p:sp>
          <p:nvSpPr>
            <p:cNvPr id="52313" name="Text Box 80">
              <a:extLst>
                <a:ext uri="{FF2B5EF4-FFF2-40B4-BE49-F238E27FC236}">
                  <a16:creationId xmlns:a16="http://schemas.microsoft.com/office/drawing/2014/main" id="{3CCC0C68-5694-4100-8269-3FADDDFD0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36"/>
              <a:ext cx="528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    BP</a:t>
              </a:r>
            </a:p>
          </p:txBody>
        </p:sp>
        <p:sp>
          <p:nvSpPr>
            <p:cNvPr id="52314" name="Text Box 81">
              <a:extLst>
                <a:ext uri="{FF2B5EF4-FFF2-40B4-BE49-F238E27FC236}">
                  <a16:creationId xmlns:a16="http://schemas.microsoft.com/office/drawing/2014/main" id="{D622AB6D-EE99-4633-9554-07016B61D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728"/>
              <a:ext cx="57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    SI</a:t>
              </a:r>
            </a:p>
          </p:txBody>
        </p:sp>
        <p:sp>
          <p:nvSpPr>
            <p:cNvPr id="52315" name="Text Box 82">
              <a:extLst>
                <a:ext uri="{FF2B5EF4-FFF2-40B4-BE49-F238E27FC236}">
                  <a16:creationId xmlns:a16="http://schemas.microsoft.com/office/drawing/2014/main" id="{65E08AB5-9C17-41F4-B8F6-1EDF77C95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920"/>
              <a:ext cx="480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   DI</a:t>
              </a:r>
            </a:p>
          </p:txBody>
        </p:sp>
        <p:sp>
          <p:nvSpPr>
            <p:cNvPr id="52316" name="Text Box 83">
              <a:extLst>
                <a:ext uri="{FF2B5EF4-FFF2-40B4-BE49-F238E27FC236}">
                  <a16:creationId xmlns:a16="http://schemas.microsoft.com/office/drawing/2014/main" id="{90EF7D5B-E6EE-40C5-A0F3-E31AF5473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624"/>
              <a:ext cx="960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50000"/>
                </a:spcBef>
              </a:pPr>
              <a:r>
                <a:rPr lang="zh-CN" altLang="en-US" sz="1800">
                  <a:solidFill>
                    <a:schemeClr val="tx1"/>
                  </a:solidFill>
                </a:rPr>
                <a:t>通用寄存器</a:t>
              </a:r>
            </a:p>
          </p:txBody>
        </p:sp>
        <p:sp>
          <p:nvSpPr>
            <p:cNvPr id="52317" name="Text Box 84">
              <a:extLst>
                <a:ext uri="{FF2B5EF4-FFF2-40B4-BE49-F238E27FC236}">
                  <a16:creationId xmlns:a16="http://schemas.microsoft.com/office/drawing/2014/main" id="{9EAD26D8-A02C-4811-B263-02FD71332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44"/>
              <a:ext cx="1008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tx1"/>
                  </a:solidFill>
                </a:rPr>
                <a:t>地址加法器</a:t>
              </a:r>
            </a:p>
          </p:txBody>
        </p:sp>
        <p:sp>
          <p:nvSpPr>
            <p:cNvPr id="52318" name="Text Box 85">
              <a:extLst>
                <a:ext uri="{FF2B5EF4-FFF2-40B4-BE49-F238E27FC236}">
                  <a16:creationId xmlns:a16="http://schemas.microsoft.com/office/drawing/2014/main" id="{88CB00B5-CF32-4662-8A07-3175BDBD4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215"/>
              <a:ext cx="1200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tx1"/>
                  </a:solidFill>
                </a:rPr>
                <a:t>指令队列缓冲器</a:t>
              </a:r>
            </a:p>
          </p:txBody>
        </p:sp>
        <p:sp>
          <p:nvSpPr>
            <p:cNvPr id="52319" name="Text Box 86">
              <a:extLst>
                <a:ext uri="{FF2B5EF4-FFF2-40B4-BE49-F238E27FC236}">
                  <a16:creationId xmlns:a16="http://schemas.microsoft.com/office/drawing/2014/main" id="{F5A78C84-01E7-4B35-8EC4-A54252574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984"/>
              <a:ext cx="1152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600">
                  <a:solidFill>
                    <a:schemeClr val="tx1"/>
                  </a:solidFill>
                </a:rPr>
                <a:t>执行部件 （</a:t>
              </a:r>
              <a:r>
                <a:rPr lang="en-US" altLang="zh-CN" sz="1600">
                  <a:solidFill>
                    <a:schemeClr val="tx1"/>
                  </a:solidFill>
                </a:rPr>
                <a:t>EU)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52320" name="Text Box 87">
              <a:extLst>
                <a:ext uri="{FF2B5EF4-FFF2-40B4-BE49-F238E27FC236}">
                  <a16:creationId xmlns:a16="http://schemas.microsoft.com/office/drawing/2014/main" id="{747A8A0B-0FED-41E8-A694-CD482A06D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937"/>
              <a:ext cx="1632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89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600">
                  <a:solidFill>
                    <a:schemeClr val="tx1"/>
                  </a:solidFill>
                </a:rPr>
                <a:t>总线接口部件 （</a:t>
              </a:r>
              <a:r>
                <a:rPr lang="en-US" altLang="zh-CN" sz="1600">
                  <a:solidFill>
                    <a:schemeClr val="tx1"/>
                  </a:solidFill>
                </a:rPr>
                <a:t>BIU)</a:t>
              </a:r>
            </a:p>
          </p:txBody>
        </p:sp>
        <p:sp>
          <p:nvSpPr>
            <p:cNvPr id="52321" name="Line 88">
              <a:extLst>
                <a:ext uri="{FF2B5EF4-FFF2-40B4-BE49-F238E27FC236}">
                  <a16:creationId xmlns:a16="http://schemas.microsoft.com/office/drawing/2014/main" id="{93E1AB1A-0AF2-47C2-9EA5-E16471AB13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0" y="2350"/>
              <a:ext cx="240" cy="193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2" name="Text Box 89">
              <a:extLst>
                <a:ext uri="{FF2B5EF4-FFF2-40B4-BE49-F238E27FC236}">
                  <a16:creationId xmlns:a16="http://schemas.microsoft.com/office/drawing/2014/main" id="{B19D1E0C-5C2E-4522-80BA-C9D6B57BB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160"/>
              <a:ext cx="57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66FF"/>
                  </a:solidFill>
                </a:rPr>
                <a:t>16</a:t>
              </a:r>
              <a:r>
                <a:rPr lang="zh-CN" altLang="en-US" sz="1600">
                  <a:solidFill>
                    <a:srgbClr val="0066FF"/>
                  </a:solidFill>
                </a:rPr>
                <a:t>位</a:t>
              </a:r>
            </a:p>
          </p:txBody>
        </p:sp>
        <p:sp>
          <p:nvSpPr>
            <p:cNvPr id="52323" name="Line 90">
              <a:extLst>
                <a:ext uri="{FF2B5EF4-FFF2-40B4-BE49-F238E27FC236}">
                  <a16:creationId xmlns:a16="http://schemas.microsoft.com/office/drawing/2014/main" id="{E0205ACB-2368-4113-A7AF-86BDC5E04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44"/>
              <a:ext cx="240" cy="192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4" name="Text Box 91">
              <a:extLst>
                <a:ext uri="{FF2B5EF4-FFF2-40B4-BE49-F238E27FC236}">
                  <a16:creationId xmlns:a16="http://schemas.microsoft.com/office/drawing/2014/main" id="{ABD36A45-2EDF-4D5A-BBA9-286C3A072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87"/>
              <a:ext cx="57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66FF"/>
                  </a:solidFill>
                </a:rPr>
                <a:t>20</a:t>
              </a:r>
              <a:r>
                <a:rPr lang="zh-CN" altLang="en-US" sz="1600">
                  <a:solidFill>
                    <a:srgbClr val="0066FF"/>
                  </a:solidFill>
                </a:rPr>
                <a:t>位</a:t>
              </a:r>
            </a:p>
          </p:txBody>
        </p:sp>
        <p:sp>
          <p:nvSpPr>
            <p:cNvPr id="52325" name="Line 92">
              <a:extLst>
                <a:ext uri="{FF2B5EF4-FFF2-40B4-BE49-F238E27FC236}">
                  <a16:creationId xmlns:a16="http://schemas.microsoft.com/office/drawing/2014/main" id="{4188195A-6D3A-49CC-B676-B687D788E4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816"/>
              <a:ext cx="192" cy="192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6" name="Text Box 93">
              <a:extLst>
                <a:ext uri="{FF2B5EF4-FFF2-40B4-BE49-F238E27FC236}">
                  <a16:creationId xmlns:a16="http://schemas.microsoft.com/office/drawing/2014/main" id="{672EBA06-8577-46B6-A7FC-C522F1A61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960"/>
              <a:ext cx="528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66FF"/>
                  </a:solidFill>
                </a:rPr>
                <a:t>16</a:t>
              </a:r>
              <a:r>
                <a:rPr lang="zh-CN" altLang="en-US" sz="1600">
                  <a:solidFill>
                    <a:srgbClr val="0066FF"/>
                  </a:solidFill>
                </a:rPr>
                <a:t>位</a:t>
              </a:r>
            </a:p>
          </p:txBody>
        </p:sp>
        <p:sp>
          <p:nvSpPr>
            <p:cNvPr id="52327" name="Line 94">
              <a:extLst>
                <a:ext uri="{FF2B5EF4-FFF2-40B4-BE49-F238E27FC236}">
                  <a16:creationId xmlns:a16="http://schemas.microsoft.com/office/drawing/2014/main" id="{4BF04722-9651-4874-82C5-71941825C1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928"/>
              <a:ext cx="192" cy="192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" name="Text Box 95">
              <a:extLst>
                <a:ext uri="{FF2B5EF4-FFF2-40B4-BE49-F238E27FC236}">
                  <a16:creationId xmlns:a16="http://schemas.microsoft.com/office/drawing/2014/main" id="{2237CEED-D7EF-4C13-9F58-8FEF41406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3072"/>
              <a:ext cx="480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66FF"/>
                  </a:solidFill>
                </a:rPr>
                <a:t>8</a:t>
              </a:r>
              <a:r>
                <a:rPr lang="zh-CN" altLang="en-US" sz="1600">
                  <a:solidFill>
                    <a:srgbClr val="0066FF"/>
                  </a:solidFill>
                </a:rPr>
                <a:t>位</a:t>
              </a:r>
            </a:p>
          </p:txBody>
        </p:sp>
      </p:grpSp>
      <p:sp>
        <p:nvSpPr>
          <p:cNvPr id="52232" name="灯片编号占位符 13">
            <a:extLst>
              <a:ext uri="{FF2B5EF4-FFF2-40B4-BE49-F238E27FC236}">
                <a16:creationId xmlns:a16="http://schemas.microsoft.com/office/drawing/2014/main" id="{F7190B8F-DAC1-4205-88C9-D05D9885CA46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66BBAE54-6EB0-45EC-ACD0-797E5EBC9892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2233" name="日期占位符 12">
            <a:extLst>
              <a:ext uri="{FF2B5EF4-FFF2-40B4-BE49-F238E27FC236}">
                <a16:creationId xmlns:a16="http://schemas.microsoft.com/office/drawing/2014/main" id="{E37E3FFE-C03A-4F30-8EB4-278C570C448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B8FF3715-C063-4CB0-B17A-83E9A9B5B187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2234" name="页脚占位符 14">
            <a:extLst>
              <a:ext uri="{FF2B5EF4-FFF2-40B4-BE49-F238E27FC236}">
                <a16:creationId xmlns:a16="http://schemas.microsoft.com/office/drawing/2014/main" id="{E85CA1A0-2B81-4638-8099-593C481117D2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407660" name="Text Box 108">
            <a:extLst>
              <a:ext uri="{FF2B5EF4-FFF2-40B4-BE49-F238E27FC236}">
                <a16:creationId xmlns:a16="http://schemas.microsoft.com/office/drawing/2014/main" id="{3F7AB6B0-DEFD-46E1-BA6C-E78DB9D55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47625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8086CPU</a:t>
            </a:r>
          </a:p>
        </p:txBody>
      </p:sp>
      <p:sp>
        <p:nvSpPr>
          <p:cNvPr id="52236" name="Text Box 1029">
            <a:extLst>
              <a:ext uri="{FF2B5EF4-FFF2-40B4-BE49-F238E27FC236}">
                <a16:creationId xmlns:a16="http://schemas.microsoft.com/office/drawing/2014/main" id="{E60D781E-7571-478E-A720-DA21FDF44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0"/>
            <a:ext cx="3455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2.1  PC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机的系统组织</a:t>
            </a:r>
          </a:p>
        </p:txBody>
      </p:sp>
      <p:sp>
        <p:nvSpPr>
          <p:cNvPr id="52237" name="文本框 1">
            <a:extLst>
              <a:ext uri="{FF2B5EF4-FFF2-40B4-BE49-F238E27FC236}">
                <a16:creationId xmlns:a16="http://schemas.microsoft.com/office/drawing/2014/main" id="{1ED89624-B2A4-4ECF-B9C4-8969D6270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1175" y="4992688"/>
            <a:ext cx="554038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>
                <a:solidFill>
                  <a:srgbClr val="000000"/>
                </a:solidFill>
                <a:ea typeface="楷体" panose="02010609060101010101" pitchFamily="49" charset="-122"/>
                <a:hlinkClick r:id="rId4" action="ppaction://hlinksldjump"/>
              </a:rPr>
              <a:t>返回</a:t>
            </a:r>
            <a:endParaRPr lang="zh-CN" altLang="en-US" sz="240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0766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2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407660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黑体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40766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4076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660" grpId="0"/>
      <p:bldP spid="407660" grpId="1"/>
      <p:bldP spid="407660" grpId="2"/>
      <p:bldP spid="407660" grpId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Line 1027">
            <a:extLst>
              <a:ext uri="{FF2B5EF4-FFF2-40B4-BE49-F238E27FC236}">
                <a16:creationId xmlns:a16="http://schemas.microsoft.com/office/drawing/2014/main" id="{2105FD98-A300-4391-BE3A-27782F0E14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5" name="Line 1031">
            <a:extLst>
              <a:ext uri="{FF2B5EF4-FFF2-40B4-BE49-F238E27FC236}">
                <a16:creationId xmlns:a16="http://schemas.microsoft.com/office/drawing/2014/main" id="{33DA50ED-6E16-47FA-83F8-A71A2054F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4276" name="AutoShape 1032">
            <a:extLst>
              <a:ext uri="{FF2B5EF4-FFF2-40B4-BE49-F238E27FC236}">
                <a16:creationId xmlns:a16="http://schemas.microsoft.com/office/drawing/2014/main" id="{1BD1CC37-A021-46F4-BA69-34EDAFDE4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4277" name="AutoShape 1033">
            <a:extLst>
              <a:ext uri="{FF2B5EF4-FFF2-40B4-BE49-F238E27FC236}">
                <a16:creationId xmlns:a16="http://schemas.microsoft.com/office/drawing/2014/main" id="{E8E8501C-AFD4-4678-B367-308D79EC1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4278" name="日期占位符 12">
            <a:extLst>
              <a:ext uri="{FF2B5EF4-FFF2-40B4-BE49-F238E27FC236}">
                <a16:creationId xmlns:a16="http://schemas.microsoft.com/office/drawing/2014/main" id="{B70B2948-717A-4B12-8F2D-A1DD18CA109F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CF6A1BAA-AC34-4257-B5B5-F79E0E66690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4279" name="灯片编号占位符 13">
            <a:extLst>
              <a:ext uri="{FF2B5EF4-FFF2-40B4-BE49-F238E27FC236}">
                <a16:creationId xmlns:a16="http://schemas.microsoft.com/office/drawing/2014/main" id="{53758FB5-D63E-4D37-B668-2E0F9D003CFD}"/>
              </a:ext>
            </a:extLst>
          </p:cNvPr>
          <p:cNvSpPr txBox="1">
            <a:spLocks noGrp="1"/>
          </p:cNvSpPr>
          <p:nvPr/>
        </p:nvSpPr>
        <p:spPr bwMode="auto">
          <a:xfrm>
            <a:off x="7885113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FFD23895-3422-48AB-877C-81363C2BB22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49B11132-E3F7-488C-8C7F-67A67D596642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4281" name="页脚占位符 14">
            <a:extLst>
              <a:ext uri="{FF2B5EF4-FFF2-40B4-BE49-F238E27FC236}">
                <a16:creationId xmlns:a16="http://schemas.microsoft.com/office/drawing/2014/main" id="{50DA725A-0261-46DE-98EF-3BF9EC50FCC1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49672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 </a:t>
            </a:r>
          </a:p>
        </p:txBody>
      </p:sp>
      <p:sp>
        <p:nvSpPr>
          <p:cNvPr id="54282" name="Rectangle 7">
            <a:extLst>
              <a:ext uri="{FF2B5EF4-FFF2-40B4-BE49-F238E27FC236}">
                <a16:creationId xmlns:a16="http://schemas.microsoft.com/office/drawing/2014/main" id="{BF0AEF6B-70F9-42D6-8BD6-07EDCB1DF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692150"/>
            <a:ext cx="61912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600">
                <a:solidFill>
                  <a:srgbClr val="FF3300"/>
                </a:solidFill>
                <a:ea typeface="宋体" panose="02010600030101010101" pitchFamily="2" charset="-122"/>
              </a:rPr>
              <a:t>2.2   80x86CPU</a:t>
            </a:r>
            <a:r>
              <a:rPr lang="zh-CN" altLang="en-US" sz="3600">
                <a:solidFill>
                  <a:srgbClr val="FF3300"/>
                </a:solidFill>
                <a:ea typeface="宋体" panose="02010600030101010101" pitchFamily="2" charset="-122"/>
              </a:rPr>
              <a:t>的内部寄存器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54515B02-3B53-4E7D-B109-918B3995A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3716338"/>
            <a:ext cx="5616575" cy="228917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一、通用寄存器</a:t>
            </a:r>
          </a:p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二、专用（控制）寄存器</a:t>
            </a:r>
          </a:p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三、段寄存器</a:t>
            </a:r>
          </a:p>
        </p:txBody>
      </p:sp>
      <p:sp>
        <p:nvSpPr>
          <p:cNvPr id="54284" name="Text Box 1029">
            <a:extLst>
              <a:ext uri="{FF2B5EF4-FFF2-40B4-BE49-F238E27FC236}">
                <a16:creationId xmlns:a16="http://schemas.microsoft.com/office/drawing/2014/main" id="{F56B5D3B-06AA-4D69-97C4-6CADBFD45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80x86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编程的硬件基础</a:t>
            </a:r>
          </a:p>
        </p:txBody>
      </p:sp>
      <p:sp>
        <p:nvSpPr>
          <p:cNvPr id="54285" name="Rectangle 14">
            <a:extLst>
              <a:ext uri="{FF2B5EF4-FFF2-40B4-BE49-F238E27FC236}">
                <a16:creationId xmlns:a16="http://schemas.microsoft.com/office/drawing/2014/main" id="{D1720C35-610B-49A0-BFDA-B28D66220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844675"/>
            <a:ext cx="7273925" cy="1554163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     </a:t>
            </a:r>
            <a:r>
              <a:rPr lang="zh-CN" altLang="en-US" sz="3200">
                <a:solidFill>
                  <a:schemeClr val="tx1"/>
                </a:solidFill>
                <a:ea typeface="楷体" panose="02010609060101010101" pitchFamily="49" charset="-122"/>
              </a:rPr>
              <a:t>分为</a:t>
            </a:r>
            <a:r>
              <a:rPr lang="zh-CN" altLang="en-US" sz="3200">
                <a:ea typeface="楷体" panose="02010609060101010101" pitchFamily="49" charset="-122"/>
              </a:rPr>
              <a:t>程序员可见的寄存器</a:t>
            </a:r>
            <a:r>
              <a:rPr lang="zh-CN" altLang="en-US" sz="3200">
                <a:solidFill>
                  <a:schemeClr val="tx1"/>
                </a:solidFill>
                <a:ea typeface="楷体" panose="02010609060101010101" pitchFamily="49" charset="-122"/>
              </a:rPr>
              <a:t>和程序员不可见的寄存器。程序员可见的寄存器有三类：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Line 1027">
            <a:extLst>
              <a:ext uri="{FF2B5EF4-FFF2-40B4-BE49-F238E27FC236}">
                <a16:creationId xmlns:a16="http://schemas.microsoft.com/office/drawing/2014/main" id="{AA8A9673-AFD6-481B-B10F-8BB56881B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3" name="Line 1031">
            <a:extLst>
              <a:ext uri="{FF2B5EF4-FFF2-40B4-BE49-F238E27FC236}">
                <a16:creationId xmlns:a16="http://schemas.microsoft.com/office/drawing/2014/main" id="{9C442089-A820-4FFD-9E30-FD91791617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324" name="AutoShape 1032">
            <a:extLst>
              <a:ext uri="{FF2B5EF4-FFF2-40B4-BE49-F238E27FC236}">
                <a16:creationId xmlns:a16="http://schemas.microsoft.com/office/drawing/2014/main" id="{9F9399A1-3340-4368-B1AE-04ACD3E76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325" name="AutoShape 1033">
            <a:extLst>
              <a:ext uri="{FF2B5EF4-FFF2-40B4-BE49-F238E27FC236}">
                <a16:creationId xmlns:a16="http://schemas.microsoft.com/office/drawing/2014/main" id="{C9881BB6-B5A2-4610-AF37-E96C7FBAD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7E8B236C-6E83-41A9-BD2B-8041F5352801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327" name="Text Box 1029">
            <a:extLst>
              <a:ext uri="{FF2B5EF4-FFF2-40B4-BE49-F238E27FC236}">
                <a16:creationId xmlns:a16="http://schemas.microsoft.com/office/drawing/2014/main" id="{F5F5245A-DA80-4C1D-B085-0927B2B89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56328" name="Text Box 26">
            <a:extLst>
              <a:ext uri="{FF2B5EF4-FFF2-40B4-BE49-F238E27FC236}">
                <a16:creationId xmlns:a16="http://schemas.microsoft.com/office/drawing/2014/main" id="{5F1722AC-00CB-47CA-842C-A00179A21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762000"/>
            <a:ext cx="2743200" cy="519112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累加器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基址寄存器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计数器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数据寄存器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堆栈指针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基址指针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目的变址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源变址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指令指针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标志寄存器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代码段寄存器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数据段寄存器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堆栈段寄存器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  附加段寄存器</a:t>
            </a:r>
          </a:p>
        </p:txBody>
      </p:sp>
      <p:sp>
        <p:nvSpPr>
          <p:cNvPr id="56329" name="Text Box 23">
            <a:extLst>
              <a:ext uri="{FF2B5EF4-FFF2-40B4-BE49-F238E27FC236}">
                <a16:creationId xmlns:a16="http://schemas.microsoft.com/office/drawing/2014/main" id="{78639C80-8282-4DB4-A50F-21B6E496F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765175"/>
            <a:ext cx="1447800" cy="28321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EAX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EBX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ECX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EDX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ESP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EBP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EDI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ESI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330" name="Text Box 18">
            <a:extLst>
              <a:ext uri="{FF2B5EF4-FFF2-40B4-BE49-F238E27FC236}">
                <a16:creationId xmlns:a16="http://schemas.microsoft.com/office/drawing/2014/main" id="{8A4F8536-272B-4E6D-AF0E-3A48B2251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765175"/>
            <a:ext cx="1219200" cy="14668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AX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BX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CX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DX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331" name="Text Box 20">
            <a:extLst>
              <a:ext uri="{FF2B5EF4-FFF2-40B4-BE49-F238E27FC236}">
                <a16:creationId xmlns:a16="http://schemas.microsoft.com/office/drawing/2014/main" id="{85C15980-D9D3-4007-BCD7-02778A889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2205038"/>
            <a:ext cx="1219200" cy="1466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SP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BP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DI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SI</a:t>
            </a:r>
          </a:p>
        </p:txBody>
      </p:sp>
      <p:sp>
        <p:nvSpPr>
          <p:cNvPr id="56332" name="Text Box 24">
            <a:extLst>
              <a:ext uri="{FF2B5EF4-FFF2-40B4-BE49-F238E27FC236}">
                <a16:creationId xmlns:a16="http://schemas.microsoft.com/office/drawing/2014/main" id="{642710C8-F09A-47C7-8B6C-07708C1F0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3644900"/>
            <a:ext cx="1447800" cy="78422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EIP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EFLAG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333" name="Text Box 22">
            <a:extLst>
              <a:ext uri="{FF2B5EF4-FFF2-40B4-BE49-F238E27FC236}">
                <a16:creationId xmlns:a16="http://schemas.microsoft.com/office/drawing/2014/main" id="{57BF7BEB-DBE7-4561-B928-10058B54A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3644900"/>
            <a:ext cx="1219200" cy="784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IP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FLAG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334" name="Text Box 21">
            <a:extLst>
              <a:ext uri="{FF2B5EF4-FFF2-40B4-BE49-F238E27FC236}">
                <a16:creationId xmlns:a16="http://schemas.microsoft.com/office/drawing/2014/main" id="{6075AA05-C2B6-429F-8515-FB5915EC4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4508500"/>
            <a:ext cx="1219200" cy="1466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CS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DS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SS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ES  </a:t>
            </a:r>
          </a:p>
        </p:txBody>
      </p:sp>
      <p:sp>
        <p:nvSpPr>
          <p:cNvPr id="56335" name="Text Box 25">
            <a:extLst>
              <a:ext uri="{FF2B5EF4-FFF2-40B4-BE49-F238E27FC236}">
                <a16:creationId xmlns:a16="http://schemas.microsoft.com/office/drawing/2014/main" id="{E7E37B7C-EAF5-4E3A-A5D0-EC3F0329F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5300663"/>
            <a:ext cx="1219200" cy="78422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FS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 GS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336" name="灯片编号占位符 13">
            <a:extLst>
              <a:ext uri="{FF2B5EF4-FFF2-40B4-BE49-F238E27FC236}">
                <a16:creationId xmlns:a16="http://schemas.microsoft.com/office/drawing/2014/main" id="{AAE7A00A-E76E-4EA4-9416-3B5D27B13126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DC22FBC2-9A08-4379-856B-09AAC61C74E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37" name="日期占位符 12">
            <a:extLst>
              <a:ext uri="{FF2B5EF4-FFF2-40B4-BE49-F238E27FC236}">
                <a16:creationId xmlns:a16="http://schemas.microsoft.com/office/drawing/2014/main" id="{F971BE96-5B17-4DA9-875B-CF46F4E136C9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2231176-B433-4C48-BBE5-1A266C41A1D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38" name="页脚占位符 14">
            <a:extLst>
              <a:ext uri="{FF2B5EF4-FFF2-40B4-BE49-F238E27FC236}">
                <a16:creationId xmlns:a16="http://schemas.microsoft.com/office/drawing/2014/main" id="{F0F4634E-7C65-408B-96CF-B7E12B253B9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56339" name="文本框 1">
            <a:extLst>
              <a:ext uri="{FF2B5EF4-FFF2-40B4-BE49-F238E27FC236}">
                <a16:creationId xmlns:a16="http://schemas.microsoft.com/office/drawing/2014/main" id="{31C742E4-7E34-4118-B2B8-35261C9F4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284538"/>
            <a:ext cx="1009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400">
                <a:solidFill>
                  <a:srgbClr val="FFC000"/>
                </a:solidFill>
                <a:ea typeface="楷体" panose="02010609060101010101" pitchFamily="49" charset="-122"/>
                <a:hlinkClick r:id="rId3" action="ppaction://hlinksldjump"/>
              </a:rPr>
              <a:t>80x86</a:t>
            </a:r>
            <a:endParaRPr lang="zh-CN" altLang="en-US" sz="2400">
              <a:solidFill>
                <a:srgbClr val="FFC000"/>
              </a:solidFill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1027">
            <a:extLst>
              <a:ext uri="{FF2B5EF4-FFF2-40B4-BE49-F238E27FC236}">
                <a16:creationId xmlns:a16="http://schemas.microsoft.com/office/drawing/2014/main" id="{B327C455-D069-4B26-AE01-CF230C3AA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1" name="Line 1031">
            <a:extLst>
              <a:ext uri="{FF2B5EF4-FFF2-40B4-BE49-F238E27FC236}">
                <a16:creationId xmlns:a16="http://schemas.microsoft.com/office/drawing/2014/main" id="{717A3253-C819-454E-876E-75E5BC89C3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2" name="AutoShape 1032">
            <a:extLst>
              <a:ext uri="{FF2B5EF4-FFF2-40B4-BE49-F238E27FC236}">
                <a16:creationId xmlns:a16="http://schemas.microsoft.com/office/drawing/2014/main" id="{02AD21D4-FE64-4F92-AC0E-9481513DC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3" name="AutoShape 1033">
            <a:extLst>
              <a:ext uri="{FF2B5EF4-FFF2-40B4-BE49-F238E27FC236}">
                <a16:creationId xmlns:a16="http://schemas.microsoft.com/office/drawing/2014/main" id="{51CE7D96-5762-4E66-88D0-7F3F0068F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4A2FBF6-2D02-4E91-910B-799685EB368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8375" name="Text Box 18">
            <a:extLst>
              <a:ext uri="{FF2B5EF4-FFF2-40B4-BE49-F238E27FC236}">
                <a16:creationId xmlns:a16="http://schemas.microsoft.com/office/drawing/2014/main" id="{7192B491-AE76-4DD7-96A4-9934B2968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844675"/>
            <a:ext cx="67691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8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个通用寄存器，可以分为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个数据寄存器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个地址寄存器：</a:t>
            </a:r>
            <a:endParaRPr lang="zh-CN" altLang="en-US" sz="32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6" name="灯片编号占位符 13">
            <a:extLst>
              <a:ext uri="{FF2B5EF4-FFF2-40B4-BE49-F238E27FC236}">
                <a16:creationId xmlns:a16="http://schemas.microsoft.com/office/drawing/2014/main" id="{A9EB143F-A6AD-4CB8-B74D-24967B6A94E2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F2667A4D-01F9-4197-8A63-5C7DA4A0ABD0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8377" name="日期占位符 12">
            <a:extLst>
              <a:ext uri="{FF2B5EF4-FFF2-40B4-BE49-F238E27FC236}">
                <a16:creationId xmlns:a16="http://schemas.microsoft.com/office/drawing/2014/main" id="{EE9E6DED-CC41-4B48-A309-7455E04576D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17C593B7-62D2-489C-918B-68BECA67CD3E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8378" name="页脚占位符 14">
            <a:extLst>
              <a:ext uri="{FF2B5EF4-FFF2-40B4-BE49-F238E27FC236}">
                <a16:creationId xmlns:a16="http://schemas.microsoft.com/office/drawing/2014/main" id="{59D46CC6-8F0D-4F05-8188-3BBAF23A39FB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58379" name="Text Box 1029">
            <a:extLst>
              <a:ext uri="{FF2B5EF4-FFF2-40B4-BE49-F238E27FC236}">
                <a16:creationId xmlns:a16="http://schemas.microsoft.com/office/drawing/2014/main" id="{F9441149-1FAF-4BBF-B906-9AEAB368F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58380" name="TextBox 11">
            <a:extLst>
              <a:ext uri="{FF2B5EF4-FFF2-40B4-BE49-F238E27FC236}">
                <a16:creationId xmlns:a16="http://schemas.microsoft.com/office/drawing/2014/main" id="{6AB14ACE-4EE1-4623-A65D-4B35B483F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981075"/>
            <a:ext cx="46085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一、通用寄存器</a:t>
            </a:r>
          </a:p>
        </p:txBody>
      </p:sp>
      <p:sp>
        <p:nvSpPr>
          <p:cNvPr id="58381" name="Text Box 19">
            <a:extLst>
              <a:ext uri="{FF2B5EF4-FFF2-40B4-BE49-F238E27FC236}">
                <a16:creationId xmlns:a16="http://schemas.microsoft.com/office/drawing/2014/main" id="{77EE4009-7A93-47A2-8892-EA9DE1600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429000"/>
            <a:ext cx="5688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数据寄存器：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BX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CX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</a:p>
        </p:txBody>
      </p:sp>
      <p:sp>
        <p:nvSpPr>
          <p:cNvPr id="58382" name="Text Box 20">
            <a:extLst>
              <a:ext uri="{FF2B5EF4-FFF2-40B4-BE49-F238E27FC236}">
                <a16:creationId xmlns:a16="http://schemas.microsoft.com/office/drawing/2014/main" id="{8264CAEA-12E5-4AFA-865C-8E90C7E39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581525"/>
            <a:ext cx="5616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地址寄存器：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SI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DI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SP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BP</a:t>
            </a:r>
          </a:p>
        </p:txBody>
      </p:sp>
    </p:spTree>
  </p:cSld>
  <p:clrMapOvr>
    <a:masterClrMapping/>
  </p:clrMapOvr>
  <p:transition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Line 1027">
            <a:extLst>
              <a:ext uri="{FF2B5EF4-FFF2-40B4-BE49-F238E27FC236}">
                <a16:creationId xmlns:a16="http://schemas.microsoft.com/office/drawing/2014/main" id="{88D0D72F-7349-4956-993F-E77EB49B6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19" name="Line 1031">
            <a:extLst>
              <a:ext uri="{FF2B5EF4-FFF2-40B4-BE49-F238E27FC236}">
                <a16:creationId xmlns:a16="http://schemas.microsoft.com/office/drawing/2014/main" id="{E68AF549-8C8E-4296-8CE5-C248B7821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0" name="AutoShape 1032">
            <a:extLst>
              <a:ext uri="{FF2B5EF4-FFF2-40B4-BE49-F238E27FC236}">
                <a16:creationId xmlns:a16="http://schemas.microsoft.com/office/drawing/2014/main" id="{4A1CC8BA-E944-4A23-A48F-8DB7C53DA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0421" name="AutoShape 1033">
            <a:extLst>
              <a:ext uri="{FF2B5EF4-FFF2-40B4-BE49-F238E27FC236}">
                <a16:creationId xmlns:a16="http://schemas.microsoft.com/office/drawing/2014/main" id="{CF7BBF50-5B03-4BF2-83CB-F6B8AB7A6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95B067D7-B097-4C6C-8D41-153CEAA32D93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423" name="Text Box 18">
            <a:extLst>
              <a:ext uri="{FF2B5EF4-FFF2-40B4-BE49-F238E27FC236}">
                <a16:creationId xmlns:a16="http://schemas.microsoft.com/office/drawing/2014/main" id="{3D2DA904-2D97-49CC-A9F0-CB2F024C3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8072438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8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位的通用寄存器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AX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BX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CX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SI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DI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SP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BP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；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 	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位的通用寄存器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EAX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EBX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ECX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EDX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ESI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EDI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ESP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EBP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；</a:t>
            </a:r>
          </a:p>
          <a:p>
            <a:pPr algn="just"/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8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个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8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位的通用寄存器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AL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AH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BL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BH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CL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CH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DL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60424" name="Text Box 21">
            <a:extLst>
              <a:ext uri="{FF2B5EF4-FFF2-40B4-BE49-F238E27FC236}">
                <a16:creationId xmlns:a16="http://schemas.microsoft.com/office/drawing/2014/main" id="{42430D24-5773-4E6E-A4F2-1846E5B91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292600"/>
            <a:ext cx="8177212" cy="14319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通用寄存器用于存放参与运算的操作数、结果等。但它们它们有个自的专门用途：</a:t>
            </a:r>
            <a:r>
              <a:rPr lang="zh-CN" altLang="en-US" sz="2400">
                <a:solidFill>
                  <a:schemeClr val="tx1"/>
                </a:solidFill>
                <a:ea typeface="楷体" panose="02010609060101010101" pitchFamily="49" charset="-122"/>
              </a:rPr>
              <a:t>下一页</a:t>
            </a:r>
          </a:p>
        </p:txBody>
      </p:sp>
      <p:sp>
        <p:nvSpPr>
          <p:cNvPr id="60425" name="灯片编号占位符 13">
            <a:extLst>
              <a:ext uri="{FF2B5EF4-FFF2-40B4-BE49-F238E27FC236}">
                <a16:creationId xmlns:a16="http://schemas.microsoft.com/office/drawing/2014/main" id="{811732EC-E5AA-477D-8AF8-42E9E1A9BF49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75C456EB-3095-451D-93D7-31F590B5572C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19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0426" name="日期占位符 12">
            <a:extLst>
              <a:ext uri="{FF2B5EF4-FFF2-40B4-BE49-F238E27FC236}">
                <a16:creationId xmlns:a16="http://schemas.microsoft.com/office/drawing/2014/main" id="{193CD719-0207-4FD6-BA13-2FD77448850D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7D32CEF-A170-44B4-B792-A014B0504FC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0427" name="页脚占位符 14">
            <a:extLst>
              <a:ext uri="{FF2B5EF4-FFF2-40B4-BE49-F238E27FC236}">
                <a16:creationId xmlns:a16="http://schemas.microsoft.com/office/drawing/2014/main" id="{1ADA45AA-1B88-4645-B431-9A1E3E71DF86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60428" name="Text Box 1029">
            <a:extLst>
              <a:ext uri="{FF2B5EF4-FFF2-40B4-BE49-F238E27FC236}">
                <a16:creationId xmlns:a16="http://schemas.microsoft.com/office/drawing/2014/main" id="{D2BAC4E1-B0E2-4C7D-B557-CD11F26C4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Line 1027">
            <a:extLst>
              <a:ext uri="{FF2B5EF4-FFF2-40B4-BE49-F238E27FC236}">
                <a16:creationId xmlns:a16="http://schemas.microsoft.com/office/drawing/2014/main" id="{07B0D073-6B32-4093-9A10-016A8E0BC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67" name="Line 1031">
            <a:extLst>
              <a:ext uri="{FF2B5EF4-FFF2-40B4-BE49-F238E27FC236}">
                <a16:creationId xmlns:a16="http://schemas.microsoft.com/office/drawing/2014/main" id="{DD3EBDC1-3D7A-453E-A285-85B7366E18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2468" name="AutoShape 1032">
            <a:extLst>
              <a:ext uri="{FF2B5EF4-FFF2-40B4-BE49-F238E27FC236}">
                <a16:creationId xmlns:a16="http://schemas.microsoft.com/office/drawing/2014/main" id="{19E83F6F-03B7-4D3F-A1AF-9F0664000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2469" name="AutoShape 1033">
            <a:extLst>
              <a:ext uri="{FF2B5EF4-FFF2-40B4-BE49-F238E27FC236}">
                <a16:creationId xmlns:a16="http://schemas.microsoft.com/office/drawing/2014/main" id="{C3DFC642-867F-45A9-9FB1-F07FAFCD4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23E94E2-3333-4DE4-AE81-3A28A43378E1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2471" name="Text Box 10">
            <a:extLst>
              <a:ext uri="{FF2B5EF4-FFF2-40B4-BE49-F238E27FC236}">
                <a16:creationId xmlns:a16="http://schemas.microsoft.com/office/drawing/2014/main" id="{CA59C3A3-7643-4E02-BB28-306EA1D64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38200"/>
            <a:ext cx="7881938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altLang="zh-CN" sz="2800">
                <a:ea typeface="楷体" panose="02010609060101010101" pitchFamily="49" charset="-122"/>
              </a:rPr>
              <a:t>EAX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——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通用寄存器中速度最快，称为</a:t>
            </a:r>
            <a:r>
              <a:rPr lang="zh-CN" altLang="en-US" sz="2800">
                <a:solidFill>
                  <a:srgbClr val="FF0000"/>
                </a:solidFill>
                <a:ea typeface="楷体" panose="02010609060101010101" pitchFamily="49" charset="-122"/>
              </a:rPr>
              <a:t>累加器（</a:t>
            </a:r>
            <a:r>
              <a:rPr lang="en-US" altLang="zh-CN" sz="2800">
                <a:solidFill>
                  <a:srgbClr val="FF0000"/>
                </a:solidFill>
                <a:ea typeface="楷体" panose="02010609060101010101" pitchFamily="49" charset="-122"/>
              </a:rPr>
              <a:t>Accumalator</a:t>
            </a:r>
            <a:r>
              <a:rPr lang="zh-CN" altLang="en-US" sz="2800">
                <a:solidFill>
                  <a:srgbClr val="FF0000"/>
                </a:solidFill>
                <a:ea typeface="楷体" panose="02010609060101010101" pitchFamily="49" charset="-122"/>
              </a:rPr>
              <a:t>）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。使用累加器使指令的机器代码更短、执行速度更快。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AX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、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AL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同。</a:t>
            </a:r>
          </a:p>
          <a:p>
            <a:pPr algn="just">
              <a:spcBef>
                <a:spcPts val="1200"/>
              </a:spcBef>
            </a:pPr>
            <a:r>
              <a:rPr lang="en-US" altLang="zh-CN" sz="2800">
                <a:ea typeface="楷体" panose="02010609060101010101" pitchFamily="49" charset="-122"/>
              </a:rPr>
              <a:t>EBX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——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可作为通用寄存器使用，经常用于指示存储器地址，故称</a:t>
            </a:r>
            <a:r>
              <a:rPr lang="zh-CN" altLang="en-US" sz="2800">
                <a:solidFill>
                  <a:srgbClr val="FF0000"/>
                </a:solidFill>
                <a:ea typeface="楷体" panose="02010609060101010101" pitchFamily="49" charset="-122"/>
              </a:rPr>
              <a:t>基址寄存器（</a:t>
            </a:r>
            <a:r>
              <a:rPr lang="en-US" altLang="zh-CN" sz="2800">
                <a:solidFill>
                  <a:srgbClr val="FF0000"/>
                </a:solidFill>
                <a:ea typeface="楷体" panose="02010609060101010101" pitchFamily="49" charset="-122"/>
              </a:rPr>
              <a:t>Base</a:t>
            </a:r>
            <a:r>
              <a:rPr lang="zh-CN" altLang="en-US" sz="2800">
                <a:solidFill>
                  <a:srgbClr val="FF0000"/>
                </a:solidFill>
                <a:ea typeface="楷体" panose="02010609060101010101" pitchFamily="49" charset="-122"/>
              </a:rPr>
              <a:t>）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。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BX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同。</a:t>
            </a:r>
          </a:p>
          <a:p>
            <a:pPr algn="just">
              <a:spcBef>
                <a:spcPts val="1200"/>
              </a:spcBef>
            </a:pPr>
            <a:r>
              <a:rPr lang="en-US" altLang="zh-CN" sz="2800">
                <a:ea typeface="楷体" panose="02010609060101010101" pitchFamily="49" charset="-122"/>
              </a:rPr>
              <a:t>ECX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——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可作为通用寄存器使用，常用于循环和串指令中的隐含计数，故称为</a:t>
            </a:r>
            <a:r>
              <a:rPr lang="zh-CN" altLang="en-US" sz="2800">
                <a:solidFill>
                  <a:srgbClr val="FF0000"/>
                </a:solidFill>
                <a:ea typeface="楷体" panose="02010609060101010101" pitchFamily="49" charset="-122"/>
              </a:rPr>
              <a:t>计数器（</a:t>
            </a:r>
            <a:r>
              <a:rPr lang="en-US" altLang="zh-CN" sz="2800">
                <a:solidFill>
                  <a:srgbClr val="FF0000"/>
                </a:solidFill>
                <a:ea typeface="楷体" panose="02010609060101010101" pitchFamily="49" charset="-122"/>
              </a:rPr>
              <a:t>Count</a:t>
            </a:r>
            <a:r>
              <a:rPr lang="zh-CN" altLang="en-US" sz="2800">
                <a:solidFill>
                  <a:srgbClr val="FF0000"/>
                </a:solidFill>
                <a:ea typeface="楷体" panose="02010609060101010101" pitchFamily="49" charset="-122"/>
              </a:rPr>
              <a:t>）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。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CX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同。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CL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常用于移位指令中的隐含计数。</a:t>
            </a:r>
          </a:p>
          <a:p>
            <a:pPr algn="just">
              <a:spcBef>
                <a:spcPts val="1200"/>
              </a:spcBef>
            </a:pPr>
            <a:r>
              <a:rPr lang="en-US" altLang="zh-CN" sz="2800">
                <a:ea typeface="楷体" panose="02010609060101010101" pitchFamily="49" charset="-122"/>
              </a:rPr>
              <a:t>EDX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" panose="02010609060101010101" pitchFamily="49" charset="-122"/>
              </a:rPr>
              <a:t>数据寄存器（</a:t>
            </a:r>
            <a:r>
              <a:rPr lang="en-US" altLang="zh-CN" sz="2800">
                <a:solidFill>
                  <a:srgbClr val="FF0000"/>
                </a:solidFill>
                <a:ea typeface="楷体" panose="02010609060101010101" pitchFamily="49" charset="-122"/>
              </a:rPr>
              <a:t>Data</a:t>
            </a:r>
            <a:r>
              <a:rPr lang="zh-CN" altLang="en-US" sz="2800">
                <a:solidFill>
                  <a:srgbClr val="FF0000"/>
                </a:solidFill>
                <a:ea typeface="楷体" panose="02010609060101010101" pitchFamily="49" charset="-122"/>
              </a:rPr>
              <a:t>）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，用于在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4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字长运算中存放高位字；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DX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用于在双字长运算中存放高位字，以及在</a:t>
            </a:r>
            <a:r>
              <a:rPr lang="en-US" altLang="zh-CN" sz="2800">
                <a:solidFill>
                  <a:schemeClr val="tx1"/>
                </a:solidFill>
                <a:ea typeface="楷体" panose="02010609060101010101" pitchFamily="49" charset="-122"/>
              </a:rPr>
              <a:t>I/O</a:t>
            </a:r>
            <a:r>
              <a:rPr lang="zh-CN" altLang="en-US" sz="2800">
                <a:solidFill>
                  <a:schemeClr val="tx1"/>
                </a:solidFill>
                <a:ea typeface="楷体" panose="02010609060101010101" pitchFamily="49" charset="-122"/>
              </a:rPr>
              <a:t>中存放端口地址。</a:t>
            </a:r>
          </a:p>
        </p:txBody>
      </p:sp>
      <p:sp>
        <p:nvSpPr>
          <p:cNvPr id="62472" name="灯片编号占位符 13">
            <a:extLst>
              <a:ext uri="{FF2B5EF4-FFF2-40B4-BE49-F238E27FC236}">
                <a16:creationId xmlns:a16="http://schemas.microsoft.com/office/drawing/2014/main" id="{28B11822-79E9-472A-8AE2-6938B15D4278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D78B2319-5C5E-4CD0-B407-584B3B87DBBA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2473" name="日期占位符 12">
            <a:extLst>
              <a:ext uri="{FF2B5EF4-FFF2-40B4-BE49-F238E27FC236}">
                <a16:creationId xmlns:a16="http://schemas.microsoft.com/office/drawing/2014/main" id="{AF1E58DB-BA90-4D0A-99EE-BF40C5C3AB4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87E2A164-34C7-4866-B0E3-FA86CF2E8DB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2474" name="页脚占位符 14">
            <a:extLst>
              <a:ext uri="{FF2B5EF4-FFF2-40B4-BE49-F238E27FC236}">
                <a16:creationId xmlns:a16="http://schemas.microsoft.com/office/drawing/2014/main" id="{365280B8-85CB-4487-AFF3-849D8BC5011A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62475" name="Text Box 1029">
            <a:extLst>
              <a:ext uri="{FF2B5EF4-FFF2-40B4-BE49-F238E27FC236}">
                <a16:creationId xmlns:a16="http://schemas.microsoft.com/office/drawing/2014/main" id="{C26D1A21-4BBE-4C48-87F1-0484FDB30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Line 1027">
            <a:extLst>
              <a:ext uri="{FF2B5EF4-FFF2-40B4-BE49-F238E27FC236}">
                <a16:creationId xmlns:a16="http://schemas.microsoft.com/office/drawing/2014/main" id="{23E45EDC-F8F4-4CF1-8DA1-32BB932F05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5" name="Line 1031">
            <a:extLst>
              <a:ext uri="{FF2B5EF4-FFF2-40B4-BE49-F238E27FC236}">
                <a16:creationId xmlns:a16="http://schemas.microsoft.com/office/drawing/2014/main" id="{9DC46AD2-B7F1-4781-BB74-B6120FC350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16" name="AutoShape 1032">
            <a:extLst>
              <a:ext uri="{FF2B5EF4-FFF2-40B4-BE49-F238E27FC236}">
                <a16:creationId xmlns:a16="http://schemas.microsoft.com/office/drawing/2014/main" id="{47D6E460-4F50-4A86-B384-FABDE05AD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517" name="AutoShape 1033">
            <a:extLst>
              <a:ext uri="{FF2B5EF4-FFF2-40B4-BE49-F238E27FC236}">
                <a16:creationId xmlns:a16="http://schemas.microsoft.com/office/drawing/2014/main" id="{1F5FAEF4-7CAB-4AD0-AC95-A8D95B717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47752B55-98EE-483B-936C-45A84A35D3F7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4519" name="Text Box 10">
            <a:extLst>
              <a:ext uri="{FF2B5EF4-FFF2-40B4-BE49-F238E27FC236}">
                <a16:creationId xmlns:a16="http://schemas.microsoft.com/office/drawing/2014/main" id="{0E2D5C5B-17CA-41EE-83B0-3E01FD974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765175"/>
            <a:ext cx="7924800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ESP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EBP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ESI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EDI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可以象以上寄存器一样在运算中存放操作数，但</a:t>
            </a:r>
            <a:r>
              <a:rPr lang="zh-CN" altLang="en-US" sz="3200">
                <a:solidFill>
                  <a:srgbClr val="FF0000"/>
                </a:solidFill>
                <a:ea typeface="宋体" panose="02010600030101010101" pitchFamily="2" charset="-122"/>
              </a:rPr>
              <a:t>主要是用于提供地址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  <a:p>
            <a:pPr algn="just">
              <a:spcBef>
                <a:spcPts val="1200"/>
              </a:spcBef>
            </a:pPr>
            <a:r>
              <a:rPr lang="en-US" altLang="zh-CN" sz="3200">
                <a:ea typeface="宋体" panose="02010600030101010101" pitchFamily="2" charset="-122"/>
              </a:rPr>
              <a:t>ESP</a:t>
            </a:r>
            <a:r>
              <a:rPr lang="zh-CN" altLang="en-US" sz="3200">
                <a:ea typeface="宋体" panose="02010600030101010101" pitchFamily="2" charset="-122"/>
              </a:rPr>
              <a:t>、</a:t>
            </a:r>
            <a:r>
              <a:rPr lang="en-US" altLang="zh-CN" sz="3200">
                <a:ea typeface="宋体" panose="02010600030101010101" pitchFamily="2" charset="-122"/>
              </a:rPr>
              <a:t>SP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——Stack Pointer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，堆栈指针寄存器	，永远指向栈顶。</a:t>
            </a:r>
            <a:r>
              <a:rPr lang="zh-CN" altLang="en-US" sz="3200">
                <a:solidFill>
                  <a:srgbClr val="FF0000"/>
                </a:solidFill>
                <a:ea typeface="宋体" panose="02010600030101010101" pitchFamily="2" charset="-122"/>
              </a:rPr>
              <a:t>通常不用于运算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  <a:p>
            <a:pPr algn="just">
              <a:spcBef>
                <a:spcPts val="1200"/>
              </a:spcBef>
            </a:pPr>
            <a:r>
              <a:rPr lang="en-US" altLang="zh-CN" sz="3200">
                <a:ea typeface="宋体" panose="02010600030101010101" pitchFamily="2" charset="-122"/>
              </a:rPr>
              <a:t>EBP</a:t>
            </a:r>
            <a:r>
              <a:rPr lang="zh-CN" altLang="en-US" sz="3200">
                <a:ea typeface="宋体" panose="02010600030101010101" pitchFamily="2" charset="-122"/>
              </a:rPr>
              <a:t>、</a:t>
            </a:r>
            <a:r>
              <a:rPr lang="en-US" altLang="zh-CN" sz="3200">
                <a:ea typeface="宋体" panose="02010600030101010101" pitchFamily="2" charset="-122"/>
              </a:rPr>
              <a:t>BP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——Base Pointer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，基址指针寄存器，指向堆栈中任何一数据。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57186D08-66E2-45FA-9590-503423072848}"/>
              </a:ext>
            </a:extLst>
          </p:cNvPr>
          <p:cNvSpPr txBox="1"/>
          <p:nvPr/>
        </p:nvSpPr>
        <p:spPr>
          <a:xfrm>
            <a:off x="1331913" y="5084763"/>
            <a:ext cx="6264275" cy="5794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chemeClr val="tx1"/>
                </a:solidFill>
                <a:ea typeface="宋体" pitchFamily="2" charset="-122"/>
              </a:rPr>
              <a:t>以上</a:t>
            </a:r>
            <a:r>
              <a:rPr lang="en-US" altLang="zh-CN" sz="3200" dirty="0">
                <a:solidFill>
                  <a:schemeClr val="tx1"/>
                </a:solidFill>
                <a:ea typeface="宋体" pitchFamily="2" charset="-122"/>
              </a:rPr>
              <a:t>ESP</a:t>
            </a:r>
            <a:r>
              <a:rPr lang="zh-CN" altLang="en-US" sz="3200" dirty="0">
                <a:solidFill>
                  <a:schemeClr val="tx1"/>
                </a:solidFill>
                <a:ea typeface="宋体" pitchFamily="2" charset="-122"/>
              </a:rPr>
              <a:t>、</a:t>
            </a:r>
            <a:r>
              <a:rPr lang="en-US" altLang="zh-CN" sz="3200" dirty="0">
                <a:solidFill>
                  <a:schemeClr val="tx1"/>
                </a:solidFill>
                <a:ea typeface="宋体" pitchFamily="2" charset="-122"/>
              </a:rPr>
              <a:t>EBP</a:t>
            </a:r>
            <a:r>
              <a:rPr lang="zh-CN" altLang="en-US" sz="3200" dirty="0">
                <a:solidFill>
                  <a:schemeClr val="tx1"/>
                </a:solidFill>
                <a:ea typeface="宋体" pitchFamily="2" charset="-122"/>
              </a:rPr>
              <a:t>也称为</a:t>
            </a:r>
            <a:r>
              <a:rPr lang="zh-CN" altLang="en-US" sz="3200" dirty="0">
                <a:ea typeface="宋体" pitchFamily="2" charset="-122"/>
              </a:rPr>
              <a:t>指针寄存器</a:t>
            </a:r>
            <a:endParaRPr lang="zh-CN" altLang="en-US" sz="3200" dirty="0"/>
          </a:p>
        </p:txBody>
      </p:sp>
      <p:sp>
        <p:nvSpPr>
          <p:cNvPr id="64521" name="灯片编号占位符 13">
            <a:extLst>
              <a:ext uri="{FF2B5EF4-FFF2-40B4-BE49-F238E27FC236}">
                <a16:creationId xmlns:a16="http://schemas.microsoft.com/office/drawing/2014/main" id="{FA1F05DE-F1CA-47F1-855C-B15A51307658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E1D25681-5F1D-4D3C-8001-5D31A64A955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522" name="日期占位符 12">
            <a:extLst>
              <a:ext uri="{FF2B5EF4-FFF2-40B4-BE49-F238E27FC236}">
                <a16:creationId xmlns:a16="http://schemas.microsoft.com/office/drawing/2014/main" id="{61EFD40C-331E-474C-AA58-D1CEECB9567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87A73ED-555E-48BC-A620-50CAFD65A00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523" name="页脚占位符 14">
            <a:extLst>
              <a:ext uri="{FF2B5EF4-FFF2-40B4-BE49-F238E27FC236}">
                <a16:creationId xmlns:a16="http://schemas.microsoft.com/office/drawing/2014/main" id="{F5146A30-2701-42FB-B8F3-6AAF14D320FC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64524" name="Text Box 1029">
            <a:extLst>
              <a:ext uri="{FF2B5EF4-FFF2-40B4-BE49-F238E27FC236}">
                <a16:creationId xmlns:a16="http://schemas.microsoft.com/office/drawing/2014/main" id="{47BB8C64-DB83-4982-920A-0AEE77230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1027">
            <a:extLst>
              <a:ext uri="{FF2B5EF4-FFF2-40B4-BE49-F238E27FC236}">
                <a16:creationId xmlns:a16="http://schemas.microsoft.com/office/drawing/2014/main" id="{DD427AE4-0D12-42E0-8620-821EE79E6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3" name="Line 1031">
            <a:extLst>
              <a:ext uri="{FF2B5EF4-FFF2-40B4-BE49-F238E27FC236}">
                <a16:creationId xmlns:a16="http://schemas.microsoft.com/office/drawing/2014/main" id="{46D12D37-7FEE-4600-8277-D5C4794EF5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564" name="AutoShape 1032">
            <a:extLst>
              <a:ext uri="{FF2B5EF4-FFF2-40B4-BE49-F238E27FC236}">
                <a16:creationId xmlns:a16="http://schemas.microsoft.com/office/drawing/2014/main" id="{DDBE4B41-5F45-4C55-BBE1-C530E05F8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6565" name="AutoShape 1033">
            <a:extLst>
              <a:ext uri="{FF2B5EF4-FFF2-40B4-BE49-F238E27FC236}">
                <a16:creationId xmlns:a16="http://schemas.microsoft.com/office/drawing/2014/main" id="{E8081D92-BE47-4F45-A634-9B8CE09C1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B06DD8A9-73A7-42D0-BA33-A9280C21CB33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567" name="Text Box 10">
            <a:extLst>
              <a:ext uri="{FF2B5EF4-FFF2-40B4-BE49-F238E27FC236}">
                <a16:creationId xmlns:a16="http://schemas.microsoft.com/office/drawing/2014/main" id="{B623B5EA-7E4C-4B4F-A8C5-6053E1A5D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908050"/>
            <a:ext cx="71628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200">
                <a:solidFill>
                  <a:srgbClr val="FF3300"/>
                </a:solidFill>
                <a:ea typeface="宋体" panose="02010600030101010101" pitchFamily="2" charset="-122"/>
              </a:rPr>
              <a:t>	ESI</a:t>
            </a:r>
            <a:r>
              <a:rPr lang="zh-CN" altLang="en-US" sz="3200">
                <a:solidFill>
                  <a:srgbClr val="FF33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rgbClr val="FF3300"/>
                </a:solidFill>
                <a:ea typeface="宋体" panose="02010600030101010101" pitchFamily="2" charset="-122"/>
              </a:rPr>
              <a:t>EDI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称为变址寄存器。</a:t>
            </a:r>
          </a:p>
          <a:p>
            <a:endParaRPr lang="zh-CN" altLang="en-US" sz="3200">
              <a:solidFill>
                <a:schemeClr val="tx1"/>
              </a:solidFill>
              <a:ea typeface="宋体" panose="02010600030101010101" pitchFamily="2" charset="-122"/>
            </a:endParaRPr>
          </a:p>
          <a:p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在串操作指令中：</a:t>
            </a:r>
          </a:p>
          <a:p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ESI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SI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源变址寄存器（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Source Index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） ，表示源数据串的地址；</a:t>
            </a:r>
          </a:p>
          <a:p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EDI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DI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目的变址寄存器（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Destination Index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），表示目的源数据串的地址。</a:t>
            </a:r>
          </a:p>
        </p:txBody>
      </p:sp>
      <p:sp>
        <p:nvSpPr>
          <p:cNvPr id="66568" name="TextBox 10">
            <a:extLst>
              <a:ext uri="{FF2B5EF4-FFF2-40B4-BE49-F238E27FC236}">
                <a16:creationId xmlns:a16="http://schemas.microsoft.com/office/drawing/2014/main" id="{FCEB5DFE-297E-406D-9BF2-B0C117A33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373688"/>
            <a:ext cx="7013575" cy="51911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ESI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EDI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ESP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EBP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也称为地址寄存器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6569" name="灯片编号占位符 13">
            <a:extLst>
              <a:ext uri="{FF2B5EF4-FFF2-40B4-BE49-F238E27FC236}">
                <a16:creationId xmlns:a16="http://schemas.microsoft.com/office/drawing/2014/main" id="{D950A6EA-8C46-45F3-9C30-2CBB45F21933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2D4BAC47-E4ED-4588-B055-D8A15F415B5C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70" name="日期占位符 12">
            <a:extLst>
              <a:ext uri="{FF2B5EF4-FFF2-40B4-BE49-F238E27FC236}">
                <a16:creationId xmlns:a16="http://schemas.microsoft.com/office/drawing/2014/main" id="{90DF2D93-347A-4EBD-8D5C-7C5EB4C8F14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5E73E820-EFC0-4D9B-AC79-C1788EA7A191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71" name="页脚占位符 14">
            <a:extLst>
              <a:ext uri="{FF2B5EF4-FFF2-40B4-BE49-F238E27FC236}">
                <a16:creationId xmlns:a16="http://schemas.microsoft.com/office/drawing/2014/main" id="{272119EC-B02C-4DB2-9148-11EDFD8AE6D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66572" name="Text Box 1029">
            <a:extLst>
              <a:ext uri="{FF2B5EF4-FFF2-40B4-BE49-F238E27FC236}">
                <a16:creationId xmlns:a16="http://schemas.microsoft.com/office/drawing/2014/main" id="{C632CE27-2F25-442A-B9A6-3FA7F175B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Line 1027">
            <a:extLst>
              <a:ext uri="{FF2B5EF4-FFF2-40B4-BE49-F238E27FC236}">
                <a16:creationId xmlns:a16="http://schemas.microsoft.com/office/drawing/2014/main" id="{611CF027-6051-43CE-8884-5958275662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1" name="Line 1031">
            <a:extLst>
              <a:ext uri="{FF2B5EF4-FFF2-40B4-BE49-F238E27FC236}">
                <a16:creationId xmlns:a16="http://schemas.microsoft.com/office/drawing/2014/main" id="{BF000501-4C0E-4C84-A0B1-B27D9770E3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2" name="AutoShape 1032">
            <a:extLst>
              <a:ext uri="{FF2B5EF4-FFF2-40B4-BE49-F238E27FC236}">
                <a16:creationId xmlns:a16="http://schemas.microsoft.com/office/drawing/2014/main" id="{935FCB26-2535-4493-9110-8CFE4830E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13" name="AutoShape 1033">
            <a:extLst>
              <a:ext uri="{FF2B5EF4-FFF2-40B4-BE49-F238E27FC236}">
                <a16:creationId xmlns:a16="http://schemas.microsoft.com/office/drawing/2014/main" id="{9A13CF0F-ADCB-4FB5-AC01-C1B8E38DB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F834463-8D22-4117-BC98-8CD0C967B0B1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8615" name="Text Box 10">
            <a:extLst>
              <a:ext uri="{FF2B5EF4-FFF2-40B4-BE49-F238E27FC236}">
                <a16:creationId xmlns:a16="http://schemas.microsoft.com/office/drawing/2014/main" id="{1F02F64A-BBD7-4FCB-AA2E-D535C5F09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12875"/>
            <a:ext cx="8286750" cy="314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rgbClr val="FF3300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EIP</a:t>
            </a:r>
            <a:r>
              <a:rPr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IP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——Instruction Pointer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，指令指针寄存器。与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CS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寄存器一起指向下一条指令的地址。在程序的执行过程中，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EIP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IP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的内容自动修改。</a:t>
            </a:r>
            <a:r>
              <a:rPr lang="zh-CN" altLang="en-US" sz="2800">
                <a:ea typeface="宋体" panose="02010600030101010101" pitchFamily="2" charset="-122"/>
              </a:rPr>
              <a:t>程序员一般不能使用该寄存器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  <a:p>
            <a:pPr algn="just"/>
            <a:r>
              <a:rPr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EFLAGS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标志寄存器，也称为程序状态字（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PSW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）。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8088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FLAGS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位的，只用了其中的</a:t>
            </a:r>
            <a:r>
              <a:rPr lang="en-US" altLang="zh-CN" sz="2800">
                <a:ea typeface="宋体" panose="02010600030101010101" pitchFamily="2" charset="-122"/>
              </a:rPr>
              <a:t>9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位。有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6</a:t>
            </a:r>
            <a:r>
              <a:rPr lang="zh-CN" altLang="en-US" sz="2800">
                <a:ea typeface="宋体" panose="02010600030101010101" pitchFamily="2" charset="-122"/>
              </a:rPr>
              <a:t>位状态标志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Flag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）和</a:t>
            </a:r>
            <a:r>
              <a:rPr lang="en-US" altLang="zh-CN" sz="2800">
                <a:ea typeface="宋体" panose="02010600030101010101" pitchFamily="2" charset="-122"/>
              </a:rPr>
              <a:t>3</a:t>
            </a:r>
            <a:r>
              <a:rPr lang="zh-CN" altLang="en-US" sz="2800">
                <a:ea typeface="宋体" panose="02010600030101010101" pitchFamily="2" charset="-122"/>
              </a:rPr>
              <a:t>位控制标志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</p:txBody>
      </p:sp>
      <p:grpSp>
        <p:nvGrpSpPr>
          <p:cNvPr id="68616" name="组合 33">
            <a:extLst>
              <a:ext uri="{FF2B5EF4-FFF2-40B4-BE49-F238E27FC236}">
                <a16:creationId xmlns:a16="http://schemas.microsoft.com/office/drawing/2014/main" id="{935E97F3-0DA0-4D26-9006-8A3AB44C3195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5084763"/>
            <a:ext cx="7858125" cy="733425"/>
            <a:chOff x="928688" y="5143500"/>
            <a:chExt cx="7858125" cy="733425"/>
          </a:xfrm>
        </p:grpSpPr>
        <p:grpSp>
          <p:nvGrpSpPr>
            <p:cNvPr id="68622" name="组合 114">
              <a:extLst>
                <a:ext uri="{FF2B5EF4-FFF2-40B4-BE49-F238E27FC236}">
                  <a16:creationId xmlns:a16="http://schemas.microsoft.com/office/drawing/2014/main" id="{525031DA-8C5F-4F97-AF7E-5F58A6C029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8688" y="5143500"/>
              <a:ext cx="7543800" cy="714375"/>
              <a:chOff x="1371600" y="1447800"/>
              <a:chExt cx="7543800" cy="714375"/>
            </a:xfrm>
          </p:grpSpPr>
          <p:grpSp>
            <p:nvGrpSpPr>
              <p:cNvPr id="68624" name="Group 3">
                <a:extLst>
                  <a:ext uri="{FF2B5EF4-FFF2-40B4-BE49-F238E27FC236}">
                    <a16:creationId xmlns:a16="http://schemas.microsoft.com/office/drawing/2014/main" id="{DCDB80F4-B769-4C81-A220-1DB8E77E6B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7800" y="1752600"/>
                <a:ext cx="7315200" cy="409575"/>
                <a:chOff x="192" y="2256"/>
                <a:chExt cx="5376" cy="258"/>
              </a:xfrm>
            </p:grpSpPr>
            <p:sp>
              <p:nvSpPr>
                <p:cNvPr id="68627" name="Text Box 4">
                  <a:extLst>
                    <a:ext uri="{FF2B5EF4-FFF2-40B4-BE49-F238E27FC236}">
                      <a16:creationId xmlns:a16="http://schemas.microsoft.com/office/drawing/2014/main" id="{3D925B09-E8F4-4F1F-BDD6-D9EF961AB1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" y="2256"/>
                  <a:ext cx="336" cy="258"/>
                </a:xfrm>
                <a:prstGeom prst="rect">
                  <a:avLst/>
                </a:prstGeom>
                <a:noFill/>
                <a:ln w="1270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kumimoji="0" lang="zh-CN" altLang="zh-CN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8628" name="Text Box 5">
                  <a:extLst>
                    <a:ext uri="{FF2B5EF4-FFF2-40B4-BE49-F238E27FC236}">
                      <a16:creationId xmlns:a16="http://schemas.microsoft.com/office/drawing/2014/main" id="{E2749427-E06B-4194-AFDC-F3CC5DE077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8" y="2256"/>
                  <a:ext cx="336" cy="258"/>
                </a:xfrm>
                <a:prstGeom prst="rect">
                  <a:avLst/>
                </a:prstGeom>
                <a:noFill/>
                <a:ln w="1270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kumimoji="0" lang="zh-CN" altLang="zh-CN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8629" name="Text Box 6">
                  <a:extLst>
                    <a:ext uri="{FF2B5EF4-FFF2-40B4-BE49-F238E27FC236}">
                      <a16:creationId xmlns:a16="http://schemas.microsoft.com/office/drawing/2014/main" id="{0F22EF78-0EC1-4214-81B8-CF367A21B4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2256"/>
                  <a:ext cx="336" cy="258"/>
                </a:xfrm>
                <a:prstGeom prst="rect">
                  <a:avLst/>
                </a:prstGeom>
                <a:noFill/>
                <a:ln w="1270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kumimoji="0" lang="zh-CN" altLang="zh-CN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8630" name="Text Box 7">
                  <a:extLst>
                    <a:ext uri="{FF2B5EF4-FFF2-40B4-BE49-F238E27FC236}">
                      <a16:creationId xmlns:a16="http://schemas.microsoft.com/office/drawing/2014/main" id="{DB8F4394-3785-4C8A-B86D-4615467AFC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0" y="2256"/>
                  <a:ext cx="336" cy="258"/>
                </a:xfrm>
                <a:prstGeom prst="rect">
                  <a:avLst/>
                </a:prstGeom>
                <a:noFill/>
                <a:ln w="1270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kumimoji="0" lang="zh-CN" altLang="zh-CN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8631" name="Text Box 8">
                  <a:extLst>
                    <a:ext uri="{FF2B5EF4-FFF2-40B4-BE49-F238E27FC236}">
                      <a16:creationId xmlns:a16="http://schemas.microsoft.com/office/drawing/2014/main" id="{2F4B546D-5EB5-4A8E-A8D2-039573152E5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36" y="2256"/>
                  <a:ext cx="336" cy="258"/>
                </a:xfrm>
                <a:prstGeom prst="rect">
                  <a:avLst/>
                </a:prstGeom>
                <a:noFill/>
                <a:ln w="1270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kumimoji="0" lang="zh-CN" altLang="zh-CN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8632" name="Text Box 9">
                  <a:extLst>
                    <a:ext uri="{FF2B5EF4-FFF2-40B4-BE49-F238E27FC236}">
                      <a16:creationId xmlns:a16="http://schemas.microsoft.com/office/drawing/2014/main" id="{77D00E54-BBCF-4C81-BE8C-A9FAFEC32E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2" y="2256"/>
                  <a:ext cx="336" cy="258"/>
                </a:xfrm>
                <a:prstGeom prst="rect">
                  <a:avLst/>
                </a:prstGeom>
                <a:noFill/>
                <a:ln w="1270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kumimoji="0" lang="zh-CN" altLang="zh-CN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8633" name="Text Box 10">
                  <a:extLst>
                    <a:ext uri="{FF2B5EF4-FFF2-40B4-BE49-F238E27FC236}">
                      <a16:creationId xmlns:a16="http://schemas.microsoft.com/office/drawing/2014/main" id="{89AE3046-5391-44E9-96E3-DEEBC595D3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8" y="2256"/>
                  <a:ext cx="336" cy="258"/>
                </a:xfrm>
                <a:prstGeom prst="rect">
                  <a:avLst/>
                </a:prstGeom>
                <a:noFill/>
                <a:ln w="1270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kumimoji="0" lang="zh-CN" altLang="zh-CN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8634" name="Text Box 11">
                  <a:extLst>
                    <a:ext uri="{FF2B5EF4-FFF2-40B4-BE49-F238E27FC236}">
                      <a16:creationId xmlns:a16="http://schemas.microsoft.com/office/drawing/2014/main" id="{AEC4EC40-0FFB-42BD-ACB4-177FDB904A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44" y="2256"/>
                  <a:ext cx="336" cy="258"/>
                </a:xfrm>
                <a:prstGeom prst="rect">
                  <a:avLst/>
                </a:prstGeom>
                <a:noFill/>
                <a:ln w="12700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kumimoji="0" lang="zh-CN" altLang="zh-CN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68635" name="Group 12">
                  <a:extLst>
                    <a:ext uri="{FF2B5EF4-FFF2-40B4-BE49-F238E27FC236}">
                      <a16:creationId xmlns:a16="http://schemas.microsoft.com/office/drawing/2014/main" id="{8E31456E-CC6D-42E6-92E4-D74B8BC63C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80" y="2256"/>
                  <a:ext cx="2688" cy="258"/>
                  <a:chOff x="1200" y="2352"/>
                  <a:chExt cx="2688" cy="258"/>
                </a:xfrm>
              </p:grpSpPr>
              <p:sp>
                <p:nvSpPr>
                  <p:cNvPr id="68636" name="Text Box 13">
                    <a:extLst>
                      <a:ext uri="{FF2B5EF4-FFF2-40B4-BE49-F238E27FC236}">
                        <a16:creationId xmlns:a16="http://schemas.microsoft.com/office/drawing/2014/main" id="{2F8F6D1D-C9F0-4252-AB1F-FF04E11DA59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0" y="2352"/>
                    <a:ext cx="336" cy="258"/>
                  </a:xfrm>
                  <a:prstGeom prst="rect">
                    <a:avLst/>
                  </a:prstGeom>
                  <a:noFill/>
                  <a:ln w="12700" cap="sq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kumimoji="0" lang="zh-CN" altLang="zh-CN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8637" name="Text Box 14">
                    <a:extLst>
                      <a:ext uri="{FF2B5EF4-FFF2-40B4-BE49-F238E27FC236}">
                        <a16:creationId xmlns:a16="http://schemas.microsoft.com/office/drawing/2014/main" id="{F8CB4BEC-90B2-4B28-8C42-C346937CF78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36" y="2352"/>
                    <a:ext cx="336" cy="258"/>
                  </a:xfrm>
                  <a:prstGeom prst="rect">
                    <a:avLst/>
                  </a:prstGeom>
                  <a:noFill/>
                  <a:ln w="12700" cap="sq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kumimoji="0" lang="zh-CN" altLang="zh-CN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8638" name="Text Box 15">
                    <a:extLst>
                      <a:ext uri="{FF2B5EF4-FFF2-40B4-BE49-F238E27FC236}">
                        <a16:creationId xmlns:a16="http://schemas.microsoft.com/office/drawing/2014/main" id="{7C01D8EB-42DE-460F-929E-3A7C19413BD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72" y="2352"/>
                    <a:ext cx="336" cy="258"/>
                  </a:xfrm>
                  <a:prstGeom prst="rect">
                    <a:avLst/>
                  </a:prstGeom>
                  <a:noFill/>
                  <a:ln w="12700" cap="sq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kumimoji="0" lang="zh-CN" altLang="zh-CN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8639" name="Text Box 16">
                    <a:extLst>
                      <a:ext uri="{FF2B5EF4-FFF2-40B4-BE49-F238E27FC236}">
                        <a16:creationId xmlns:a16="http://schemas.microsoft.com/office/drawing/2014/main" id="{887B6645-06A8-4F96-9636-CA36985BEEC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08" y="2352"/>
                    <a:ext cx="336" cy="258"/>
                  </a:xfrm>
                  <a:prstGeom prst="rect">
                    <a:avLst/>
                  </a:prstGeom>
                  <a:noFill/>
                  <a:ln w="12700" cap="sq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kumimoji="0" lang="zh-CN" altLang="zh-CN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8640" name="Text Box 17">
                    <a:extLst>
                      <a:ext uri="{FF2B5EF4-FFF2-40B4-BE49-F238E27FC236}">
                        <a16:creationId xmlns:a16="http://schemas.microsoft.com/office/drawing/2014/main" id="{2950CF31-D740-448F-98AC-C2F6F54BCC1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44" y="2352"/>
                    <a:ext cx="336" cy="258"/>
                  </a:xfrm>
                  <a:prstGeom prst="rect">
                    <a:avLst/>
                  </a:prstGeom>
                  <a:noFill/>
                  <a:ln w="12700" cap="sq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kumimoji="0" lang="zh-CN" altLang="zh-CN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8641" name="Text Box 18">
                    <a:extLst>
                      <a:ext uri="{FF2B5EF4-FFF2-40B4-BE49-F238E27FC236}">
                        <a16:creationId xmlns:a16="http://schemas.microsoft.com/office/drawing/2014/main" id="{3BA520AF-E046-49ED-9CE1-6E5327639F3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2352"/>
                    <a:ext cx="336" cy="258"/>
                  </a:xfrm>
                  <a:prstGeom prst="rect">
                    <a:avLst/>
                  </a:prstGeom>
                  <a:noFill/>
                  <a:ln w="12700" cap="sq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kumimoji="0" lang="zh-CN" altLang="zh-CN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8642" name="Text Box 19">
                    <a:extLst>
                      <a:ext uri="{FF2B5EF4-FFF2-40B4-BE49-F238E27FC236}">
                        <a16:creationId xmlns:a16="http://schemas.microsoft.com/office/drawing/2014/main" id="{2957BABA-2A6D-43D3-9588-1A397C704C0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16" y="2352"/>
                    <a:ext cx="336" cy="258"/>
                  </a:xfrm>
                  <a:prstGeom prst="rect">
                    <a:avLst/>
                  </a:prstGeom>
                  <a:noFill/>
                  <a:ln w="12700" cap="sq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kumimoji="0" lang="zh-CN" altLang="zh-CN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8643" name="Text Box 20">
                    <a:extLst>
                      <a:ext uri="{FF2B5EF4-FFF2-40B4-BE49-F238E27FC236}">
                        <a16:creationId xmlns:a16="http://schemas.microsoft.com/office/drawing/2014/main" id="{7806288C-C47E-4133-995A-7F25B998299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52" y="2352"/>
                    <a:ext cx="336" cy="258"/>
                  </a:xfrm>
                  <a:prstGeom prst="rect">
                    <a:avLst/>
                  </a:prstGeom>
                  <a:noFill/>
                  <a:ln w="12700" cap="sq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kumimoji="0" lang="zh-CN" altLang="zh-CN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sp>
            <p:nvSpPr>
              <p:cNvPr id="68625" name="Text Box 21">
                <a:extLst>
                  <a:ext uri="{FF2B5EF4-FFF2-40B4-BE49-F238E27FC236}">
                    <a16:creationId xmlns:a16="http://schemas.microsoft.com/office/drawing/2014/main" id="{86E3F877-C029-41A7-BA4D-57DC3EAD6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600" y="1447800"/>
                <a:ext cx="739140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solidFill>
                      <a:srgbClr val="000000"/>
                    </a:solidFill>
                  </a:rPr>
                  <a:t>  15     14     13     12     11     10      9       8        7       6       5       4       3      2       1       0</a:t>
                </a:r>
              </a:p>
            </p:txBody>
          </p:sp>
          <p:sp>
            <p:nvSpPr>
              <p:cNvPr id="68626" name="Text Box 24">
                <a:extLst>
                  <a:ext uri="{FF2B5EF4-FFF2-40B4-BE49-F238E27FC236}">
                    <a16:creationId xmlns:a16="http://schemas.microsoft.com/office/drawing/2014/main" id="{0ED3A80F-7EE0-4C34-B6BB-61A408A72D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600" y="1752600"/>
                <a:ext cx="5638800" cy="409575"/>
              </a:xfrm>
              <a:prstGeom prst="rect">
                <a:avLst/>
              </a:prstGeom>
              <a:noFill/>
              <a:ln w="12700" cap="sq">
                <a:solidFill>
                  <a:srgbClr val="99CCFF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rgbClr val="000000"/>
                    </a:solidFill>
                    <a:latin typeface="Lucida Console" panose="020B0609040504020204" pitchFamily="49" charset="0"/>
                  </a:rPr>
                  <a:t>OF DF IF TF SF ZF    AF    PF    CF</a:t>
                </a:r>
              </a:p>
            </p:txBody>
          </p:sp>
        </p:grpSp>
        <p:sp>
          <p:nvSpPr>
            <p:cNvPr id="68623" name="TextBox 115">
              <a:extLst>
                <a:ext uri="{FF2B5EF4-FFF2-40B4-BE49-F238E27FC236}">
                  <a16:creationId xmlns:a16="http://schemas.microsoft.com/office/drawing/2014/main" id="{2FF1BF8C-BF13-46C5-AB84-4B0E252DF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8188" y="5357813"/>
              <a:ext cx="428625" cy="5191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</p:grpSp>
      <p:sp>
        <p:nvSpPr>
          <p:cNvPr id="68617" name="灯片编号占位符 13">
            <a:extLst>
              <a:ext uri="{FF2B5EF4-FFF2-40B4-BE49-F238E27FC236}">
                <a16:creationId xmlns:a16="http://schemas.microsoft.com/office/drawing/2014/main" id="{B602FE3A-EB5F-4036-BF65-63A38926F2A0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F8F070BE-52F8-417A-9BDD-36E9EC4FE9D8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8618" name="日期占位符 12">
            <a:extLst>
              <a:ext uri="{FF2B5EF4-FFF2-40B4-BE49-F238E27FC236}">
                <a16:creationId xmlns:a16="http://schemas.microsoft.com/office/drawing/2014/main" id="{FB97C8A3-EBEA-412D-9DAE-0C829B89A43C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353A056C-5D13-4C8B-962F-A6DC7C7BCB84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8619" name="页脚占位符 14">
            <a:extLst>
              <a:ext uri="{FF2B5EF4-FFF2-40B4-BE49-F238E27FC236}">
                <a16:creationId xmlns:a16="http://schemas.microsoft.com/office/drawing/2014/main" id="{BC5B0F06-CA25-46CB-A075-49F319B3803B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68620" name="Text Box 1029">
            <a:extLst>
              <a:ext uri="{FF2B5EF4-FFF2-40B4-BE49-F238E27FC236}">
                <a16:creationId xmlns:a16="http://schemas.microsoft.com/office/drawing/2014/main" id="{281E4FFE-E0A4-4FCA-9955-9A3662A26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68621" name="TextBox 11">
            <a:extLst>
              <a:ext uri="{FF2B5EF4-FFF2-40B4-BE49-F238E27FC236}">
                <a16:creationId xmlns:a16="http://schemas.microsoft.com/office/drawing/2014/main" id="{74498CF4-C6A8-42B2-90B5-544074C83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92150"/>
            <a:ext cx="46085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二、专用寄存器</a:t>
            </a:r>
          </a:p>
        </p:txBody>
      </p:sp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Line 1027">
            <a:extLst>
              <a:ext uri="{FF2B5EF4-FFF2-40B4-BE49-F238E27FC236}">
                <a16:creationId xmlns:a16="http://schemas.microsoft.com/office/drawing/2014/main" id="{8A9D2027-2A77-4B8D-94C1-C72228069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59" name="Line 1031">
            <a:extLst>
              <a:ext uri="{FF2B5EF4-FFF2-40B4-BE49-F238E27FC236}">
                <a16:creationId xmlns:a16="http://schemas.microsoft.com/office/drawing/2014/main" id="{7273C69F-CFB7-441A-800A-BC2C0DDE19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0" name="AutoShape 1032">
            <a:extLst>
              <a:ext uri="{FF2B5EF4-FFF2-40B4-BE49-F238E27FC236}">
                <a16:creationId xmlns:a16="http://schemas.microsoft.com/office/drawing/2014/main" id="{CD3EAD71-2EB7-4A7F-8750-44D8B315A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61" name="AutoShape 1033">
            <a:extLst>
              <a:ext uri="{FF2B5EF4-FFF2-40B4-BE49-F238E27FC236}">
                <a16:creationId xmlns:a16="http://schemas.microsoft.com/office/drawing/2014/main" id="{5D2016B1-5E55-4CC6-B479-8A863F4F0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F7321614-C431-4B3F-8EC3-36C872252B4A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70663" name="组合 863">
            <a:extLst>
              <a:ext uri="{FF2B5EF4-FFF2-40B4-BE49-F238E27FC236}">
                <a16:creationId xmlns:a16="http://schemas.microsoft.com/office/drawing/2014/main" id="{3B743B3F-0854-4DA3-825C-C3A6AA10AE16}"/>
              </a:ext>
            </a:extLst>
          </p:cNvPr>
          <p:cNvGrpSpPr>
            <a:grpSpLocks/>
          </p:cNvGrpSpPr>
          <p:nvPr/>
        </p:nvGrpSpPr>
        <p:grpSpPr bwMode="auto">
          <a:xfrm>
            <a:off x="0" y="476250"/>
            <a:ext cx="8631238" cy="5567363"/>
            <a:chOff x="207963" y="663575"/>
            <a:chExt cx="8631237" cy="6043897"/>
          </a:xfrm>
        </p:grpSpPr>
        <p:grpSp>
          <p:nvGrpSpPr>
            <p:cNvPr id="70668" name="Group 2">
              <a:extLst>
                <a:ext uri="{FF2B5EF4-FFF2-40B4-BE49-F238E27FC236}">
                  <a16:creationId xmlns:a16="http://schemas.microsoft.com/office/drawing/2014/main" id="{4FB2FBAC-96E1-40BA-B842-23570B6B9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9600" y="663575"/>
              <a:ext cx="4343400" cy="577850"/>
              <a:chOff x="2112" y="514"/>
              <a:chExt cx="3168" cy="364"/>
            </a:xfrm>
          </p:grpSpPr>
          <p:grpSp>
            <p:nvGrpSpPr>
              <p:cNvPr id="71046" name="Group 3">
                <a:extLst>
                  <a:ext uri="{FF2B5EF4-FFF2-40B4-BE49-F238E27FC236}">
                    <a16:creationId xmlns:a16="http://schemas.microsoft.com/office/drawing/2014/main" id="{6A8CBAAA-90E2-43E5-8031-8C47E51C16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1" y="514"/>
                <a:ext cx="287" cy="364"/>
                <a:chOff x="2881" y="514"/>
                <a:chExt cx="287" cy="364"/>
              </a:xfrm>
            </p:grpSpPr>
            <p:sp>
              <p:nvSpPr>
                <p:cNvPr id="71092" name="Rectangle 4">
                  <a:extLst>
                    <a:ext uri="{FF2B5EF4-FFF2-40B4-BE49-F238E27FC236}">
                      <a16:creationId xmlns:a16="http://schemas.microsoft.com/office/drawing/2014/main" id="{1412D92B-067A-4356-97AB-18EF636D80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3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93" name="Text Box 5">
                  <a:extLst>
                    <a:ext uri="{FF2B5EF4-FFF2-40B4-BE49-F238E27FC236}">
                      <a16:creationId xmlns:a16="http://schemas.microsoft.com/office/drawing/2014/main" id="{9EC81796-0D5B-4F6F-B5A5-7AA2336E3C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1" y="624"/>
                  <a:ext cx="287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OF</a:t>
                  </a:r>
                </a:p>
              </p:txBody>
            </p:sp>
          </p:grpSp>
          <p:grpSp>
            <p:nvGrpSpPr>
              <p:cNvPr id="71047" name="Group 6">
                <a:extLst>
                  <a:ext uri="{FF2B5EF4-FFF2-40B4-BE49-F238E27FC236}">
                    <a16:creationId xmlns:a16="http://schemas.microsoft.com/office/drawing/2014/main" id="{AEC9CA49-9A2B-4D28-87A0-94F13A314B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514"/>
                <a:ext cx="288" cy="364"/>
                <a:chOff x="2880" y="514"/>
                <a:chExt cx="288" cy="364"/>
              </a:xfrm>
            </p:grpSpPr>
            <p:sp>
              <p:nvSpPr>
                <p:cNvPr id="71090" name="Rectangle 7">
                  <a:extLst>
                    <a:ext uri="{FF2B5EF4-FFF2-40B4-BE49-F238E27FC236}">
                      <a16:creationId xmlns:a16="http://schemas.microsoft.com/office/drawing/2014/main" id="{1F53E53D-3AA9-4137-824C-7FC1DD3E13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91" name="Text Box 8">
                  <a:extLst>
                    <a:ext uri="{FF2B5EF4-FFF2-40B4-BE49-F238E27FC236}">
                      <a16:creationId xmlns:a16="http://schemas.microsoft.com/office/drawing/2014/main" id="{2DDE51A9-1904-4D4E-A556-CD9638CC86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DF</a:t>
                  </a:r>
                </a:p>
              </p:txBody>
            </p:sp>
          </p:grpSp>
          <p:grpSp>
            <p:nvGrpSpPr>
              <p:cNvPr id="71048" name="Group 9">
                <a:extLst>
                  <a:ext uri="{FF2B5EF4-FFF2-40B4-BE49-F238E27FC236}">
                    <a16:creationId xmlns:a16="http://schemas.microsoft.com/office/drawing/2014/main" id="{9D1CA10C-25FB-4FE7-A99E-52ECA8FCF0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514"/>
                <a:ext cx="288" cy="364"/>
                <a:chOff x="2880" y="514"/>
                <a:chExt cx="288" cy="364"/>
              </a:xfrm>
            </p:grpSpPr>
            <p:sp>
              <p:nvSpPr>
                <p:cNvPr id="71088" name="Rectangle 10">
                  <a:extLst>
                    <a:ext uri="{FF2B5EF4-FFF2-40B4-BE49-F238E27FC236}">
                      <a16:creationId xmlns:a16="http://schemas.microsoft.com/office/drawing/2014/main" id="{74504D27-0F61-457B-9CAA-2C6736B389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89" name="Text Box 11">
                  <a:extLst>
                    <a:ext uri="{FF2B5EF4-FFF2-40B4-BE49-F238E27FC236}">
                      <a16:creationId xmlns:a16="http://schemas.microsoft.com/office/drawing/2014/main" id="{F6229B78-101F-419A-B59C-609244E812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IF</a:t>
                  </a:r>
                </a:p>
              </p:txBody>
            </p:sp>
          </p:grpSp>
          <p:grpSp>
            <p:nvGrpSpPr>
              <p:cNvPr id="71049" name="Group 12">
                <a:extLst>
                  <a:ext uri="{FF2B5EF4-FFF2-40B4-BE49-F238E27FC236}">
                    <a16:creationId xmlns:a16="http://schemas.microsoft.com/office/drawing/2014/main" id="{0A21F99A-E661-4660-A53D-5EAB81BD0F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5" y="514"/>
                <a:ext cx="288" cy="364"/>
                <a:chOff x="2879" y="514"/>
                <a:chExt cx="288" cy="364"/>
              </a:xfrm>
            </p:grpSpPr>
            <p:sp>
              <p:nvSpPr>
                <p:cNvPr id="71086" name="Rectangle 13">
                  <a:extLst>
                    <a:ext uri="{FF2B5EF4-FFF2-40B4-BE49-F238E27FC236}">
                      <a16:creationId xmlns:a16="http://schemas.microsoft.com/office/drawing/2014/main" id="{DB54F918-12D5-4047-8A4D-E629FAC23B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87" name="Text Box 14">
                  <a:extLst>
                    <a:ext uri="{FF2B5EF4-FFF2-40B4-BE49-F238E27FC236}">
                      <a16:creationId xmlns:a16="http://schemas.microsoft.com/office/drawing/2014/main" id="{B09EFAD2-F1C2-4B85-B934-CFCFBD9343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79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TF</a:t>
                  </a:r>
                </a:p>
              </p:txBody>
            </p:sp>
          </p:grpSp>
          <p:grpSp>
            <p:nvGrpSpPr>
              <p:cNvPr id="71050" name="Group 15">
                <a:extLst>
                  <a:ext uri="{FF2B5EF4-FFF2-40B4-BE49-F238E27FC236}">
                    <a16:creationId xmlns:a16="http://schemas.microsoft.com/office/drawing/2014/main" id="{2A869110-CB7B-4E9A-BDA6-509681B11B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9" y="514"/>
                <a:ext cx="288" cy="364"/>
                <a:chOff x="2881" y="514"/>
                <a:chExt cx="288" cy="364"/>
              </a:xfrm>
            </p:grpSpPr>
            <p:sp>
              <p:nvSpPr>
                <p:cNvPr id="71084" name="Rectangle 16">
                  <a:extLst>
                    <a:ext uri="{FF2B5EF4-FFF2-40B4-BE49-F238E27FC236}">
                      <a16:creationId xmlns:a16="http://schemas.microsoft.com/office/drawing/2014/main" id="{B0720974-46C0-4EA4-8A02-5E2E0A1AA0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85" name="Text Box 17">
                  <a:extLst>
                    <a:ext uri="{FF2B5EF4-FFF2-40B4-BE49-F238E27FC236}">
                      <a16:creationId xmlns:a16="http://schemas.microsoft.com/office/drawing/2014/main" id="{C0D8595E-C436-4957-B87B-B8E45D279E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1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SF</a:t>
                  </a:r>
                </a:p>
              </p:txBody>
            </p:sp>
          </p:grpSp>
          <p:grpSp>
            <p:nvGrpSpPr>
              <p:cNvPr id="71051" name="Group 18">
                <a:extLst>
                  <a:ext uri="{FF2B5EF4-FFF2-40B4-BE49-F238E27FC236}">
                    <a16:creationId xmlns:a16="http://schemas.microsoft.com/office/drawing/2014/main" id="{B22EF888-37BC-4275-916C-D18A99F769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514"/>
                <a:ext cx="288" cy="364"/>
                <a:chOff x="2880" y="514"/>
                <a:chExt cx="288" cy="364"/>
              </a:xfrm>
            </p:grpSpPr>
            <p:sp>
              <p:nvSpPr>
                <p:cNvPr id="71082" name="Rectangle 19">
                  <a:extLst>
                    <a:ext uri="{FF2B5EF4-FFF2-40B4-BE49-F238E27FC236}">
                      <a16:creationId xmlns:a16="http://schemas.microsoft.com/office/drawing/2014/main" id="{BE4F9D16-79E2-4819-88E5-A723B9C7F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83" name="Text Box 20">
                  <a:extLst>
                    <a:ext uri="{FF2B5EF4-FFF2-40B4-BE49-F238E27FC236}">
                      <a16:creationId xmlns:a16="http://schemas.microsoft.com/office/drawing/2014/main" id="{9BAE352D-B5F0-4828-B13B-EC6B9DCA29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ZF</a:t>
                  </a:r>
                </a:p>
              </p:txBody>
            </p:sp>
          </p:grpSp>
          <p:grpSp>
            <p:nvGrpSpPr>
              <p:cNvPr id="71052" name="Group 21">
                <a:extLst>
                  <a:ext uri="{FF2B5EF4-FFF2-40B4-BE49-F238E27FC236}">
                    <a16:creationId xmlns:a16="http://schemas.microsoft.com/office/drawing/2014/main" id="{CC85A4CE-F714-4251-B903-0B29C519E9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6" y="514"/>
                <a:ext cx="288" cy="364"/>
                <a:chOff x="2884" y="514"/>
                <a:chExt cx="288" cy="364"/>
              </a:xfrm>
            </p:grpSpPr>
            <p:sp>
              <p:nvSpPr>
                <p:cNvPr id="71080" name="Rectangle 22">
                  <a:extLst>
                    <a:ext uri="{FF2B5EF4-FFF2-40B4-BE49-F238E27FC236}">
                      <a16:creationId xmlns:a16="http://schemas.microsoft.com/office/drawing/2014/main" id="{7F8580BB-EBEA-4A1E-A6C8-F8468DAB20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81" name="Text Box 23">
                  <a:extLst>
                    <a:ext uri="{FF2B5EF4-FFF2-40B4-BE49-F238E27FC236}">
                      <a16:creationId xmlns:a16="http://schemas.microsoft.com/office/drawing/2014/main" id="{03FFBE12-0F8C-49F2-8A2D-7C0F404273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4" y="625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53" name="Group 24">
                <a:extLst>
                  <a:ext uri="{FF2B5EF4-FFF2-40B4-BE49-F238E27FC236}">
                    <a16:creationId xmlns:a16="http://schemas.microsoft.com/office/drawing/2014/main" id="{837DEED4-5D54-40EC-BE83-D0C41E901C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514"/>
                <a:ext cx="287" cy="364"/>
                <a:chOff x="2880" y="514"/>
                <a:chExt cx="287" cy="364"/>
              </a:xfrm>
            </p:grpSpPr>
            <p:sp>
              <p:nvSpPr>
                <p:cNvPr id="71078" name="Rectangle 25">
                  <a:extLst>
                    <a:ext uri="{FF2B5EF4-FFF2-40B4-BE49-F238E27FC236}">
                      <a16:creationId xmlns:a16="http://schemas.microsoft.com/office/drawing/2014/main" id="{079F9898-81A8-41C3-B994-E916A58421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7" y="514"/>
                  <a:ext cx="193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79" name="Text Box 26">
                  <a:extLst>
                    <a:ext uri="{FF2B5EF4-FFF2-40B4-BE49-F238E27FC236}">
                      <a16:creationId xmlns:a16="http://schemas.microsoft.com/office/drawing/2014/main" id="{F9A9374F-8C56-4B90-83D3-3AE639B05F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7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AF</a:t>
                  </a:r>
                </a:p>
              </p:txBody>
            </p:sp>
          </p:grpSp>
          <p:grpSp>
            <p:nvGrpSpPr>
              <p:cNvPr id="71054" name="Group 27">
                <a:extLst>
                  <a:ext uri="{FF2B5EF4-FFF2-40B4-BE49-F238E27FC236}">
                    <a16:creationId xmlns:a16="http://schemas.microsoft.com/office/drawing/2014/main" id="{18193003-55C5-40ED-8AAC-9A0A4B7DC7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16" y="514"/>
                <a:ext cx="288" cy="364"/>
                <a:chOff x="2880" y="514"/>
                <a:chExt cx="288" cy="364"/>
              </a:xfrm>
            </p:grpSpPr>
            <p:sp>
              <p:nvSpPr>
                <p:cNvPr id="71076" name="Rectangle 28">
                  <a:extLst>
                    <a:ext uri="{FF2B5EF4-FFF2-40B4-BE49-F238E27FC236}">
                      <a16:creationId xmlns:a16="http://schemas.microsoft.com/office/drawing/2014/main" id="{14D7899D-855D-4386-A8E6-C1581DE429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77" name="Text Box 29">
                  <a:extLst>
                    <a:ext uri="{FF2B5EF4-FFF2-40B4-BE49-F238E27FC236}">
                      <a16:creationId xmlns:a16="http://schemas.microsoft.com/office/drawing/2014/main" id="{392BD615-AE01-497B-8A0C-1CB1BF9C86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55" name="Group 30">
                <a:extLst>
                  <a:ext uri="{FF2B5EF4-FFF2-40B4-BE49-F238E27FC236}">
                    <a16:creationId xmlns:a16="http://schemas.microsoft.com/office/drawing/2014/main" id="{0210E9AC-3166-437A-B259-0830C8BD4E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514"/>
                <a:ext cx="288" cy="364"/>
                <a:chOff x="2880" y="514"/>
                <a:chExt cx="288" cy="364"/>
              </a:xfrm>
            </p:grpSpPr>
            <p:sp>
              <p:nvSpPr>
                <p:cNvPr id="71074" name="Rectangle 31">
                  <a:extLst>
                    <a:ext uri="{FF2B5EF4-FFF2-40B4-BE49-F238E27FC236}">
                      <a16:creationId xmlns:a16="http://schemas.microsoft.com/office/drawing/2014/main" id="{250201BA-EE6E-4BB7-AAB2-03DF7A7AAF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75" name="Text Box 32">
                  <a:extLst>
                    <a:ext uri="{FF2B5EF4-FFF2-40B4-BE49-F238E27FC236}">
                      <a16:creationId xmlns:a16="http://schemas.microsoft.com/office/drawing/2014/main" id="{B09B0F08-E25F-4708-B8D3-70E9395F7C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PF</a:t>
                  </a:r>
                </a:p>
              </p:txBody>
            </p:sp>
          </p:grpSp>
          <p:grpSp>
            <p:nvGrpSpPr>
              <p:cNvPr id="71056" name="Group 33">
                <a:extLst>
                  <a:ext uri="{FF2B5EF4-FFF2-40B4-BE49-F238E27FC236}">
                    <a16:creationId xmlns:a16="http://schemas.microsoft.com/office/drawing/2014/main" id="{FA8F3336-7B08-4089-89E2-9000A54BA6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0" y="514"/>
                <a:ext cx="288" cy="364"/>
                <a:chOff x="2880" y="514"/>
                <a:chExt cx="288" cy="364"/>
              </a:xfrm>
            </p:grpSpPr>
            <p:sp>
              <p:nvSpPr>
                <p:cNvPr id="71072" name="Rectangle 34">
                  <a:extLst>
                    <a:ext uri="{FF2B5EF4-FFF2-40B4-BE49-F238E27FC236}">
                      <a16:creationId xmlns:a16="http://schemas.microsoft.com/office/drawing/2014/main" id="{9C57335A-91A4-4EAA-A093-77EED202DF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73" name="Text Box 35">
                  <a:extLst>
                    <a:ext uri="{FF2B5EF4-FFF2-40B4-BE49-F238E27FC236}">
                      <a16:creationId xmlns:a16="http://schemas.microsoft.com/office/drawing/2014/main" id="{28757C2E-7D3C-4A59-9D78-8F6B197ECB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57" name="Group 36">
                <a:extLst>
                  <a:ext uri="{FF2B5EF4-FFF2-40B4-BE49-F238E27FC236}">
                    <a16:creationId xmlns:a16="http://schemas.microsoft.com/office/drawing/2014/main" id="{C96DCF05-C2E7-4CF0-AD89-4EF4AE25EF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3" y="514"/>
                <a:ext cx="287" cy="364"/>
                <a:chOff x="2881" y="514"/>
                <a:chExt cx="287" cy="364"/>
              </a:xfrm>
            </p:grpSpPr>
            <p:sp>
              <p:nvSpPr>
                <p:cNvPr id="71070" name="Rectangle 37">
                  <a:extLst>
                    <a:ext uri="{FF2B5EF4-FFF2-40B4-BE49-F238E27FC236}">
                      <a16:creationId xmlns:a16="http://schemas.microsoft.com/office/drawing/2014/main" id="{39881D10-C9A8-4620-9629-5A913B932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3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71" name="Text Box 38">
                  <a:extLst>
                    <a:ext uri="{FF2B5EF4-FFF2-40B4-BE49-F238E27FC236}">
                      <a16:creationId xmlns:a16="http://schemas.microsoft.com/office/drawing/2014/main" id="{17087DC5-4A9E-4126-9169-EA831632BA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1" y="624"/>
                  <a:ext cx="287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CF</a:t>
                  </a:r>
                </a:p>
              </p:txBody>
            </p:sp>
          </p:grpSp>
          <p:grpSp>
            <p:nvGrpSpPr>
              <p:cNvPr id="71058" name="Group 39">
                <a:extLst>
                  <a:ext uri="{FF2B5EF4-FFF2-40B4-BE49-F238E27FC236}">
                    <a16:creationId xmlns:a16="http://schemas.microsoft.com/office/drawing/2014/main" id="{758B8F60-DC07-44D6-9734-E8F377C58A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514"/>
                <a:ext cx="288" cy="364"/>
                <a:chOff x="2880" y="514"/>
                <a:chExt cx="288" cy="364"/>
              </a:xfrm>
            </p:grpSpPr>
            <p:sp>
              <p:nvSpPr>
                <p:cNvPr id="71068" name="Rectangle 40">
                  <a:extLst>
                    <a:ext uri="{FF2B5EF4-FFF2-40B4-BE49-F238E27FC236}">
                      <a16:creationId xmlns:a16="http://schemas.microsoft.com/office/drawing/2014/main" id="{4A7CE3EB-A744-4908-B781-5E293FFA94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69" name="Text Box 41">
                  <a:extLst>
                    <a:ext uri="{FF2B5EF4-FFF2-40B4-BE49-F238E27FC236}">
                      <a16:creationId xmlns:a16="http://schemas.microsoft.com/office/drawing/2014/main" id="{F1A263D5-AB97-431C-A92F-BDCBFD1842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59" name="Group 42">
                <a:extLst>
                  <a:ext uri="{FF2B5EF4-FFF2-40B4-BE49-F238E27FC236}">
                    <a16:creationId xmlns:a16="http://schemas.microsoft.com/office/drawing/2014/main" id="{0B85E296-1034-4F5E-BC43-EFD7FC33EF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514"/>
                <a:ext cx="288" cy="364"/>
                <a:chOff x="2880" y="514"/>
                <a:chExt cx="288" cy="364"/>
              </a:xfrm>
            </p:grpSpPr>
            <p:sp>
              <p:nvSpPr>
                <p:cNvPr id="71066" name="Rectangle 43">
                  <a:extLst>
                    <a:ext uri="{FF2B5EF4-FFF2-40B4-BE49-F238E27FC236}">
                      <a16:creationId xmlns:a16="http://schemas.microsoft.com/office/drawing/2014/main" id="{A2BBE470-D831-4216-AC1C-BE6C38D9F1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67" name="Text Box 44">
                  <a:extLst>
                    <a:ext uri="{FF2B5EF4-FFF2-40B4-BE49-F238E27FC236}">
                      <a16:creationId xmlns:a16="http://schemas.microsoft.com/office/drawing/2014/main" id="{1AD23D27-A40A-4BAE-A979-E124A3C1F2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60" name="Group 45">
                <a:extLst>
                  <a:ext uri="{FF2B5EF4-FFF2-40B4-BE49-F238E27FC236}">
                    <a16:creationId xmlns:a16="http://schemas.microsoft.com/office/drawing/2014/main" id="{2364CCED-4B72-4A66-A14E-6E71770AB5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514"/>
                <a:ext cx="288" cy="364"/>
                <a:chOff x="2880" y="514"/>
                <a:chExt cx="288" cy="364"/>
              </a:xfrm>
            </p:grpSpPr>
            <p:sp>
              <p:nvSpPr>
                <p:cNvPr id="71064" name="Rectangle 46">
                  <a:extLst>
                    <a:ext uri="{FF2B5EF4-FFF2-40B4-BE49-F238E27FC236}">
                      <a16:creationId xmlns:a16="http://schemas.microsoft.com/office/drawing/2014/main" id="{69285FBA-7C29-4097-8F32-61A0E5AC8D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65" name="Text Box 47">
                  <a:extLst>
                    <a:ext uri="{FF2B5EF4-FFF2-40B4-BE49-F238E27FC236}">
                      <a16:creationId xmlns:a16="http://schemas.microsoft.com/office/drawing/2014/main" id="{F75ACCC0-B0F8-4856-8BC1-3EC809011D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61" name="Group 48">
                <a:extLst>
                  <a:ext uri="{FF2B5EF4-FFF2-40B4-BE49-F238E27FC236}">
                    <a16:creationId xmlns:a16="http://schemas.microsoft.com/office/drawing/2014/main" id="{7E0DFB55-D5B7-4F1D-B645-1A0D6B7E93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514"/>
                <a:ext cx="288" cy="364"/>
                <a:chOff x="2880" y="514"/>
                <a:chExt cx="288" cy="364"/>
              </a:xfrm>
            </p:grpSpPr>
            <p:sp>
              <p:nvSpPr>
                <p:cNvPr id="71062" name="Rectangle 49">
                  <a:extLst>
                    <a:ext uri="{FF2B5EF4-FFF2-40B4-BE49-F238E27FC236}">
                      <a16:creationId xmlns:a16="http://schemas.microsoft.com/office/drawing/2014/main" id="{5CD300AC-BCC7-4275-9F7B-C4301F567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63" name="Text Box 50">
                  <a:extLst>
                    <a:ext uri="{FF2B5EF4-FFF2-40B4-BE49-F238E27FC236}">
                      <a16:creationId xmlns:a16="http://schemas.microsoft.com/office/drawing/2014/main" id="{9D6AFEEE-0F91-4F49-A09F-21BFBED1FC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</p:grpSp>
        <p:sp>
          <p:nvSpPr>
            <p:cNvPr id="70669" name="Rectangle 51">
              <a:extLst>
                <a:ext uri="{FF2B5EF4-FFF2-40B4-BE49-F238E27FC236}">
                  <a16:creationId xmlns:a16="http://schemas.microsoft.com/office/drawing/2014/main" id="{FC6CB30B-F6A5-4C41-A2A3-E45302E2C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8563" y="830933"/>
              <a:ext cx="184150" cy="298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200">
                <a:solidFill>
                  <a:srgbClr val="000000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70670" name="Rectangle 52">
              <a:extLst>
                <a:ext uri="{FF2B5EF4-FFF2-40B4-BE49-F238E27FC236}">
                  <a16:creationId xmlns:a16="http://schemas.microsoft.com/office/drawing/2014/main" id="{F532BFE0-B76F-46FF-B6CE-2202ACF35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763" y="830933"/>
              <a:ext cx="184150" cy="298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200">
                <a:solidFill>
                  <a:srgbClr val="000000"/>
                </a:solidFill>
                <a:latin typeface="Lucida Console" panose="020B0609040504020204" pitchFamily="49" charset="0"/>
              </a:endParaRPr>
            </a:p>
          </p:txBody>
        </p:sp>
        <p:grpSp>
          <p:nvGrpSpPr>
            <p:cNvPr id="70671" name="Group 54">
              <a:extLst>
                <a:ext uri="{FF2B5EF4-FFF2-40B4-BE49-F238E27FC236}">
                  <a16:creationId xmlns:a16="http://schemas.microsoft.com/office/drawing/2014/main" id="{581049AE-B637-4336-86C9-CED66E8EE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9600" y="1425575"/>
              <a:ext cx="4343400" cy="577850"/>
              <a:chOff x="2112" y="514"/>
              <a:chExt cx="3168" cy="364"/>
            </a:xfrm>
          </p:grpSpPr>
          <p:grpSp>
            <p:nvGrpSpPr>
              <p:cNvPr id="70998" name="Group 55">
                <a:extLst>
                  <a:ext uri="{FF2B5EF4-FFF2-40B4-BE49-F238E27FC236}">
                    <a16:creationId xmlns:a16="http://schemas.microsoft.com/office/drawing/2014/main" id="{F1525742-0FA0-43DE-B672-1D52B152B4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1" y="514"/>
                <a:ext cx="287" cy="364"/>
                <a:chOff x="2881" y="514"/>
                <a:chExt cx="287" cy="364"/>
              </a:xfrm>
            </p:grpSpPr>
            <p:sp>
              <p:nvSpPr>
                <p:cNvPr id="71044" name="Rectangle 56">
                  <a:extLst>
                    <a:ext uri="{FF2B5EF4-FFF2-40B4-BE49-F238E27FC236}">
                      <a16:creationId xmlns:a16="http://schemas.microsoft.com/office/drawing/2014/main" id="{EF20C10E-039D-4510-8E55-75AB8C6FAC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3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45" name="Text Box 57">
                  <a:extLst>
                    <a:ext uri="{FF2B5EF4-FFF2-40B4-BE49-F238E27FC236}">
                      <a16:creationId xmlns:a16="http://schemas.microsoft.com/office/drawing/2014/main" id="{2FA94A91-59BF-434E-835C-4442CAAB68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1" y="624"/>
                  <a:ext cx="287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OF</a:t>
                  </a:r>
                </a:p>
              </p:txBody>
            </p:sp>
          </p:grpSp>
          <p:grpSp>
            <p:nvGrpSpPr>
              <p:cNvPr id="70999" name="Group 58">
                <a:extLst>
                  <a:ext uri="{FF2B5EF4-FFF2-40B4-BE49-F238E27FC236}">
                    <a16:creationId xmlns:a16="http://schemas.microsoft.com/office/drawing/2014/main" id="{A266AF12-4262-447F-8E55-E734180D0D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514"/>
                <a:ext cx="288" cy="364"/>
                <a:chOff x="2880" y="514"/>
                <a:chExt cx="288" cy="364"/>
              </a:xfrm>
            </p:grpSpPr>
            <p:sp>
              <p:nvSpPr>
                <p:cNvPr id="71042" name="Rectangle 59">
                  <a:extLst>
                    <a:ext uri="{FF2B5EF4-FFF2-40B4-BE49-F238E27FC236}">
                      <a16:creationId xmlns:a16="http://schemas.microsoft.com/office/drawing/2014/main" id="{516B793B-8B0F-47C3-9A78-65E4EA03B6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43" name="Text Box 60">
                  <a:extLst>
                    <a:ext uri="{FF2B5EF4-FFF2-40B4-BE49-F238E27FC236}">
                      <a16:creationId xmlns:a16="http://schemas.microsoft.com/office/drawing/2014/main" id="{31394416-8054-4729-82E6-00E2A5A7C8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DF</a:t>
                  </a:r>
                </a:p>
              </p:txBody>
            </p:sp>
          </p:grpSp>
          <p:grpSp>
            <p:nvGrpSpPr>
              <p:cNvPr id="71000" name="Group 61">
                <a:extLst>
                  <a:ext uri="{FF2B5EF4-FFF2-40B4-BE49-F238E27FC236}">
                    <a16:creationId xmlns:a16="http://schemas.microsoft.com/office/drawing/2014/main" id="{3B9EB778-E0FE-4ABF-8957-1F54D1D54D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514"/>
                <a:ext cx="288" cy="364"/>
                <a:chOff x="2880" y="514"/>
                <a:chExt cx="288" cy="364"/>
              </a:xfrm>
            </p:grpSpPr>
            <p:sp>
              <p:nvSpPr>
                <p:cNvPr id="71040" name="Rectangle 62">
                  <a:extLst>
                    <a:ext uri="{FF2B5EF4-FFF2-40B4-BE49-F238E27FC236}">
                      <a16:creationId xmlns:a16="http://schemas.microsoft.com/office/drawing/2014/main" id="{1DD71BFB-401C-4C09-B6F7-CC89ED5437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41" name="Text Box 63">
                  <a:extLst>
                    <a:ext uri="{FF2B5EF4-FFF2-40B4-BE49-F238E27FC236}">
                      <a16:creationId xmlns:a16="http://schemas.microsoft.com/office/drawing/2014/main" id="{DB8F99F6-3E7F-4393-870B-C51093820F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IF</a:t>
                  </a:r>
                </a:p>
              </p:txBody>
            </p:sp>
          </p:grpSp>
          <p:grpSp>
            <p:nvGrpSpPr>
              <p:cNvPr id="71001" name="Group 64">
                <a:extLst>
                  <a:ext uri="{FF2B5EF4-FFF2-40B4-BE49-F238E27FC236}">
                    <a16:creationId xmlns:a16="http://schemas.microsoft.com/office/drawing/2014/main" id="{6ED3AA41-59C4-4AEE-9A76-98DC90633E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5" y="514"/>
                <a:ext cx="288" cy="364"/>
                <a:chOff x="2879" y="514"/>
                <a:chExt cx="288" cy="364"/>
              </a:xfrm>
            </p:grpSpPr>
            <p:sp>
              <p:nvSpPr>
                <p:cNvPr id="71038" name="Rectangle 65">
                  <a:extLst>
                    <a:ext uri="{FF2B5EF4-FFF2-40B4-BE49-F238E27FC236}">
                      <a16:creationId xmlns:a16="http://schemas.microsoft.com/office/drawing/2014/main" id="{BD175F0D-D999-4AD6-9FA7-7F1F0246DF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39" name="Text Box 66">
                  <a:extLst>
                    <a:ext uri="{FF2B5EF4-FFF2-40B4-BE49-F238E27FC236}">
                      <a16:creationId xmlns:a16="http://schemas.microsoft.com/office/drawing/2014/main" id="{3D4847A8-087C-4B7D-94C5-CF3C0FA2CE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79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TF</a:t>
                  </a:r>
                </a:p>
              </p:txBody>
            </p:sp>
          </p:grpSp>
          <p:grpSp>
            <p:nvGrpSpPr>
              <p:cNvPr id="71002" name="Group 67">
                <a:extLst>
                  <a:ext uri="{FF2B5EF4-FFF2-40B4-BE49-F238E27FC236}">
                    <a16:creationId xmlns:a16="http://schemas.microsoft.com/office/drawing/2014/main" id="{044F2001-A9B3-4C77-9270-5406536D23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9" y="514"/>
                <a:ext cx="288" cy="364"/>
                <a:chOff x="2881" y="514"/>
                <a:chExt cx="288" cy="364"/>
              </a:xfrm>
            </p:grpSpPr>
            <p:sp>
              <p:nvSpPr>
                <p:cNvPr id="71036" name="Rectangle 68">
                  <a:extLst>
                    <a:ext uri="{FF2B5EF4-FFF2-40B4-BE49-F238E27FC236}">
                      <a16:creationId xmlns:a16="http://schemas.microsoft.com/office/drawing/2014/main" id="{E4BA71FE-D6C9-4359-A9D4-AE54076573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37" name="Text Box 69">
                  <a:extLst>
                    <a:ext uri="{FF2B5EF4-FFF2-40B4-BE49-F238E27FC236}">
                      <a16:creationId xmlns:a16="http://schemas.microsoft.com/office/drawing/2014/main" id="{68CC9408-186C-4B51-BD22-1A0359DAF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1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SF</a:t>
                  </a:r>
                </a:p>
              </p:txBody>
            </p:sp>
          </p:grpSp>
          <p:grpSp>
            <p:nvGrpSpPr>
              <p:cNvPr id="71003" name="Group 70">
                <a:extLst>
                  <a:ext uri="{FF2B5EF4-FFF2-40B4-BE49-F238E27FC236}">
                    <a16:creationId xmlns:a16="http://schemas.microsoft.com/office/drawing/2014/main" id="{72F1317B-6C57-40EA-8738-B8872FA4CC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514"/>
                <a:ext cx="288" cy="364"/>
                <a:chOff x="2880" y="514"/>
                <a:chExt cx="288" cy="364"/>
              </a:xfrm>
            </p:grpSpPr>
            <p:sp>
              <p:nvSpPr>
                <p:cNvPr id="71034" name="Rectangle 71">
                  <a:extLst>
                    <a:ext uri="{FF2B5EF4-FFF2-40B4-BE49-F238E27FC236}">
                      <a16:creationId xmlns:a16="http://schemas.microsoft.com/office/drawing/2014/main" id="{953B0729-9E32-4505-8BF1-4DF2546570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35" name="Text Box 72">
                  <a:extLst>
                    <a:ext uri="{FF2B5EF4-FFF2-40B4-BE49-F238E27FC236}">
                      <a16:creationId xmlns:a16="http://schemas.microsoft.com/office/drawing/2014/main" id="{D913D428-1ADF-400A-A12B-851E2D0872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ZF</a:t>
                  </a:r>
                </a:p>
              </p:txBody>
            </p:sp>
          </p:grpSp>
          <p:grpSp>
            <p:nvGrpSpPr>
              <p:cNvPr id="71004" name="Group 73">
                <a:extLst>
                  <a:ext uri="{FF2B5EF4-FFF2-40B4-BE49-F238E27FC236}">
                    <a16:creationId xmlns:a16="http://schemas.microsoft.com/office/drawing/2014/main" id="{4C9DD844-5457-42F7-9897-B2346E2D98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514"/>
                <a:ext cx="288" cy="364"/>
                <a:chOff x="2880" y="514"/>
                <a:chExt cx="288" cy="364"/>
              </a:xfrm>
            </p:grpSpPr>
            <p:sp>
              <p:nvSpPr>
                <p:cNvPr id="71032" name="Rectangle 74">
                  <a:extLst>
                    <a:ext uri="{FF2B5EF4-FFF2-40B4-BE49-F238E27FC236}">
                      <a16:creationId xmlns:a16="http://schemas.microsoft.com/office/drawing/2014/main" id="{7CD2E3D7-A739-49D2-90DC-CE4BAF66A8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33" name="Text Box 75">
                  <a:extLst>
                    <a:ext uri="{FF2B5EF4-FFF2-40B4-BE49-F238E27FC236}">
                      <a16:creationId xmlns:a16="http://schemas.microsoft.com/office/drawing/2014/main" id="{BC14E086-DF07-4D94-8E53-B6B629C5DB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05" name="Group 76">
                <a:extLst>
                  <a:ext uri="{FF2B5EF4-FFF2-40B4-BE49-F238E27FC236}">
                    <a16:creationId xmlns:a16="http://schemas.microsoft.com/office/drawing/2014/main" id="{9B0A90AB-E863-4939-BC48-26FCCA4DB2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514"/>
                <a:ext cx="287" cy="364"/>
                <a:chOff x="2880" y="514"/>
                <a:chExt cx="287" cy="364"/>
              </a:xfrm>
            </p:grpSpPr>
            <p:sp>
              <p:nvSpPr>
                <p:cNvPr id="71030" name="Rectangle 77">
                  <a:extLst>
                    <a:ext uri="{FF2B5EF4-FFF2-40B4-BE49-F238E27FC236}">
                      <a16:creationId xmlns:a16="http://schemas.microsoft.com/office/drawing/2014/main" id="{82FFE5EE-2A04-4121-AFFE-54C60202EB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7" y="514"/>
                  <a:ext cx="193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31" name="Text Box 78">
                  <a:extLst>
                    <a:ext uri="{FF2B5EF4-FFF2-40B4-BE49-F238E27FC236}">
                      <a16:creationId xmlns:a16="http://schemas.microsoft.com/office/drawing/2014/main" id="{082C5DB9-2F74-464F-96F9-2CF9DF1D60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7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AF</a:t>
                  </a:r>
                </a:p>
              </p:txBody>
            </p:sp>
          </p:grpSp>
          <p:grpSp>
            <p:nvGrpSpPr>
              <p:cNvPr id="71006" name="Group 79">
                <a:extLst>
                  <a:ext uri="{FF2B5EF4-FFF2-40B4-BE49-F238E27FC236}">
                    <a16:creationId xmlns:a16="http://schemas.microsoft.com/office/drawing/2014/main" id="{045738C0-5BE7-4616-9096-792B16ABCD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16" y="514"/>
                <a:ext cx="288" cy="364"/>
                <a:chOff x="2880" y="514"/>
                <a:chExt cx="288" cy="364"/>
              </a:xfrm>
            </p:grpSpPr>
            <p:sp>
              <p:nvSpPr>
                <p:cNvPr id="71028" name="Rectangle 80">
                  <a:extLst>
                    <a:ext uri="{FF2B5EF4-FFF2-40B4-BE49-F238E27FC236}">
                      <a16:creationId xmlns:a16="http://schemas.microsoft.com/office/drawing/2014/main" id="{F852B0D9-0659-4D18-8906-5825F500C0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29" name="Text Box 81">
                  <a:extLst>
                    <a:ext uri="{FF2B5EF4-FFF2-40B4-BE49-F238E27FC236}">
                      <a16:creationId xmlns:a16="http://schemas.microsoft.com/office/drawing/2014/main" id="{DD09684E-4681-4381-B3AC-CA656582C9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07" name="Group 82">
                <a:extLst>
                  <a:ext uri="{FF2B5EF4-FFF2-40B4-BE49-F238E27FC236}">
                    <a16:creationId xmlns:a16="http://schemas.microsoft.com/office/drawing/2014/main" id="{CC33A264-1143-465A-BDEF-24E161630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514"/>
                <a:ext cx="288" cy="364"/>
                <a:chOff x="2880" y="514"/>
                <a:chExt cx="288" cy="364"/>
              </a:xfrm>
            </p:grpSpPr>
            <p:sp>
              <p:nvSpPr>
                <p:cNvPr id="71026" name="Rectangle 83">
                  <a:extLst>
                    <a:ext uri="{FF2B5EF4-FFF2-40B4-BE49-F238E27FC236}">
                      <a16:creationId xmlns:a16="http://schemas.microsoft.com/office/drawing/2014/main" id="{C3610520-A552-4023-891A-8C36757870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27" name="Text Box 84">
                  <a:extLst>
                    <a:ext uri="{FF2B5EF4-FFF2-40B4-BE49-F238E27FC236}">
                      <a16:creationId xmlns:a16="http://schemas.microsoft.com/office/drawing/2014/main" id="{56E43CC0-1D26-4DCC-A337-477C11B860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PF</a:t>
                  </a:r>
                </a:p>
              </p:txBody>
            </p:sp>
          </p:grpSp>
          <p:grpSp>
            <p:nvGrpSpPr>
              <p:cNvPr id="71008" name="Group 85">
                <a:extLst>
                  <a:ext uri="{FF2B5EF4-FFF2-40B4-BE49-F238E27FC236}">
                    <a16:creationId xmlns:a16="http://schemas.microsoft.com/office/drawing/2014/main" id="{82A7248D-406E-42E5-A33A-D8FC6B2BEE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0" y="514"/>
                <a:ext cx="288" cy="364"/>
                <a:chOff x="2880" y="514"/>
                <a:chExt cx="288" cy="364"/>
              </a:xfrm>
            </p:grpSpPr>
            <p:sp>
              <p:nvSpPr>
                <p:cNvPr id="71024" name="Rectangle 86">
                  <a:extLst>
                    <a:ext uri="{FF2B5EF4-FFF2-40B4-BE49-F238E27FC236}">
                      <a16:creationId xmlns:a16="http://schemas.microsoft.com/office/drawing/2014/main" id="{D1A00C58-71B5-46F9-A4CA-8461340BEC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25" name="Text Box 87">
                  <a:extLst>
                    <a:ext uri="{FF2B5EF4-FFF2-40B4-BE49-F238E27FC236}">
                      <a16:creationId xmlns:a16="http://schemas.microsoft.com/office/drawing/2014/main" id="{AF3C1284-6AED-46B0-8480-0A94D91925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09" name="Group 88">
                <a:extLst>
                  <a:ext uri="{FF2B5EF4-FFF2-40B4-BE49-F238E27FC236}">
                    <a16:creationId xmlns:a16="http://schemas.microsoft.com/office/drawing/2014/main" id="{373D5468-D197-4E50-8211-D9E1DCA7B1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3" y="514"/>
                <a:ext cx="287" cy="364"/>
                <a:chOff x="2881" y="514"/>
                <a:chExt cx="287" cy="364"/>
              </a:xfrm>
            </p:grpSpPr>
            <p:sp>
              <p:nvSpPr>
                <p:cNvPr id="71022" name="Rectangle 89">
                  <a:extLst>
                    <a:ext uri="{FF2B5EF4-FFF2-40B4-BE49-F238E27FC236}">
                      <a16:creationId xmlns:a16="http://schemas.microsoft.com/office/drawing/2014/main" id="{BD4A0E37-C11D-484B-86E7-75719A20D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3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23" name="Text Box 90">
                  <a:extLst>
                    <a:ext uri="{FF2B5EF4-FFF2-40B4-BE49-F238E27FC236}">
                      <a16:creationId xmlns:a16="http://schemas.microsoft.com/office/drawing/2014/main" id="{0AE58F2E-3945-48E1-A4E8-0A26C1CB90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1" y="624"/>
                  <a:ext cx="287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CF</a:t>
                  </a:r>
                </a:p>
              </p:txBody>
            </p:sp>
          </p:grpSp>
          <p:grpSp>
            <p:nvGrpSpPr>
              <p:cNvPr id="71010" name="Group 91">
                <a:extLst>
                  <a:ext uri="{FF2B5EF4-FFF2-40B4-BE49-F238E27FC236}">
                    <a16:creationId xmlns:a16="http://schemas.microsoft.com/office/drawing/2014/main" id="{BAEE7B1B-6EAA-48AC-B4C7-605F3921EF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514"/>
                <a:ext cx="288" cy="364"/>
                <a:chOff x="2880" y="514"/>
                <a:chExt cx="288" cy="364"/>
              </a:xfrm>
            </p:grpSpPr>
            <p:sp>
              <p:nvSpPr>
                <p:cNvPr id="71020" name="Rectangle 92">
                  <a:extLst>
                    <a:ext uri="{FF2B5EF4-FFF2-40B4-BE49-F238E27FC236}">
                      <a16:creationId xmlns:a16="http://schemas.microsoft.com/office/drawing/2014/main" id="{D34A9D2D-5198-421D-8617-68919D450D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21" name="Text Box 93">
                  <a:extLst>
                    <a:ext uri="{FF2B5EF4-FFF2-40B4-BE49-F238E27FC236}">
                      <a16:creationId xmlns:a16="http://schemas.microsoft.com/office/drawing/2014/main" id="{428A47FB-8AE1-4095-8212-763CE5265E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11" name="Group 94">
                <a:extLst>
                  <a:ext uri="{FF2B5EF4-FFF2-40B4-BE49-F238E27FC236}">
                    <a16:creationId xmlns:a16="http://schemas.microsoft.com/office/drawing/2014/main" id="{C7439854-065A-4F3E-84A8-B8C382CFD2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6" y="514"/>
                <a:ext cx="288" cy="364"/>
                <a:chOff x="2880" y="514"/>
                <a:chExt cx="288" cy="364"/>
              </a:xfrm>
            </p:grpSpPr>
            <p:sp>
              <p:nvSpPr>
                <p:cNvPr id="71018" name="Rectangle 95">
                  <a:extLst>
                    <a:ext uri="{FF2B5EF4-FFF2-40B4-BE49-F238E27FC236}">
                      <a16:creationId xmlns:a16="http://schemas.microsoft.com/office/drawing/2014/main" id="{5FD5C73E-7AE6-4021-846C-5DABD59785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19" name="Text Box 96">
                  <a:extLst>
                    <a:ext uri="{FF2B5EF4-FFF2-40B4-BE49-F238E27FC236}">
                      <a16:creationId xmlns:a16="http://schemas.microsoft.com/office/drawing/2014/main" id="{2AAB1CCB-DA78-4CEC-A00F-8D11A3B637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12" name="Group 97">
                <a:extLst>
                  <a:ext uri="{FF2B5EF4-FFF2-40B4-BE49-F238E27FC236}">
                    <a16:creationId xmlns:a16="http://schemas.microsoft.com/office/drawing/2014/main" id="{3949F13C-B163-438A-A22D-27870F7DE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514"/>
                <a:ext cx="288" cy="364"/>
                <a:chOff x="2880" y="514"/>
                <a:chExt cx="288" cy="364"/>
              </a:xfrm>
            </p:grpSpPr>
            <p:sp>
              <p:nvSpPr>
                <p:cNvPr id="71016" name="Rectangle 98">
                  <a:extLst>
                    <a:ext uri="{FF2B5EF4-FFF2-40B4-BE49-F238E27FC236}">
                      <a16:creationId xmlns:a16="http://schemas.microsoft.com/office/drawing/2014/main" id="{D4226054-AC2F-471C-8861-6122CA608B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17" name="Text Box 99">
                  <a:extLst>
                    <a:ext uri="{FF2B5EF4-FFF2-40B4-BE49-F238E27FC236}">
                      <a16:creationId xmlns:a16="http://schemas.microsoft.com/office/drawing/2014/main" id="{C981F2B2-B901-4806-AB4A-6C6815F019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  <p:grpSp>
            <p:nvGrpSpPr>
              <p:cNvPr id="71013" name="Group 100">
                <a:extLst>
                  <a:ext uri="{FF2B5EF4-FFF2-40B4-BE49-F238E27FC236}">
                    <a16:creationId xmlns:a16="http://schemas.microsoft.com/office/drawing/2014/main" id="{AF39674B-4F8E-434C-A77A-DDC6ED733C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514"/>
                <a:ext cx="288" cy="364"/>
                <a:chOff x="2880" y="514"/>
                <a:chExt cx="288" cy="364"/>
              </a:xfrm>
            </p:grpSpPr>
            <p:sp>
              <p:nvSpPr>
                <p:cNvPr id="71014" name="Rectangle 101">
                  <a:extLst>
                    <a:ext uri="{FF2B5EF4-FFF2-40B4-BE49-F238E27FC236}">
                      <a16:creationId xmlns:a16="http://schemas.microsoft.com/office/drawing/2014/main" id="{E8A9A3CF-7DEA-4929-887C-9E2ABBCB78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9" y="514"/>
                  <a:ext cx="192" cy="36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15" name="Text Box 102">
                  <a:extLst>
                    <a:ext uri="{FF2B5EF4-FFF2-40B4-BE49-F238E27FC236}">
                      <a16:creationId xmlns:a16="http://schemas.microsoft.com/office/drawing/2014/main" id="{6DEB54C6-B72C-452D-9A0B-2766994C69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624"/>
                  <a:ext cx="28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</a:rPr>
                    <a:t> </a:t>
                  </a:r>
                </a:p>
              </p:txBody>
            </p:sp>
          </p:grpSp>
        </p:grpSp>
        <p:sp>
          <p:nvSpPr>
            <p:cNvPr id="70672" name="Rectangle 103">
              <a:extLst>
                <a:ext uri="{FF2B5EF4-FFF2-40B4-BE49-F238E27FC236}">
                  <a16:creationId xmlns:a16="http://schemas.microsoft.com/office/drawing/2014/main" id="{634B2741-C578-4B75-BE9A-E72A5C5B1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8563" y="1599536"/>
              <a:ext cx="552450" cy="298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Lucida Console" panose="020B0609040504020204" pitchFamily="49" charset="0"/>
                </a:rPr>
                <a:t>IOPL</a:t>
              </a:r>
            </a:p>
          </p:txBody>
        </p:sp>
        <p:sp>
          <p:nvSpPr>
            <p:cNvPr id="70673" name="Rectangle 104">
              <a:extLst>
                <a:ext uri="{FF2B5EF4-FFF2-40B4-BE49-F238E27FC236}">
                  <a16:creationId xmlns:a16="http://schemas.microsoft.com/office/drawing/2014/main" id="{8D1148C0-2563-47F1-B678-A60BFE521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763" y="1599536"/>
              <a:ext cx="368300" cy="298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Lucida Console" panose="020B0609040504020204" pitchFamily="49" charset="0"/>
                </a:rPr>
                <a:t>NT</a:t>
              </a:r>
            </a:p>
          </p:txBody>
        </p:sp>
        <p:sp>
          <p:nvSpPr>
            <p:cNvPr id="70674" name="Text Box 105">
              <a:extLst>
                <a:ext uri="{FF2B5EF4-FFF2-40B4-BE49-F238E27FC236}">
                  <a16:creationId xmlns:a16="http://schemas.microsoft.com/office/drawing/2014/main" id="{6300030A-A2B4-4C54-B23B-AE55E9CC4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2425" y="1218681"/>
              <a:ext cx="838200" cy="365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0000"/>
                  </a:solidFill>
                </a:rPr>
                <a:t> 80286</a:t>
              </a:r>
            </a:p>
          </p:txBody>
        </p:sp>
        <p:grpSp>
          <p:nvGrpSpPr>
            <p:cNvPr id="70675" name="Group 106">
              <a:extLst>
                <a:ext uri="{FF2B5EF4-FFF2-40B4-BE49-F238E27FC236}">
                  <a16:creationId xmlns:a16="http://schemas.microsoft.com/office/drawing/2014/main" id="{B418F302-3CA8-4B3E-84F4-BF297429F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963" y="2187575"/>
              <a:ext cx="8561388" cy="577850"/>
              <a:chOff x="197" y="3010"/>
              <a:chExt cx="5393" cy="364"/>
            </a:xfrm>
          </p:grpSpPr>
          <p:grpSp>
            <p:nvGrpSpPr>
              <p:cNvPr id="70897" name="Group 107">
                <a:extLst>
                  <a:ext uri="{FF2B5EF4-FFF2-40B4-BE49-F238E27FC236}">
                    <a16:creationId xmlns:a16="http://schemas.microsoft.com/office/drawing/2014/main" id="{56A05D8A-26EA-4441-AEB2-5C24BEDB29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" y="3011"/>
                <a:ext cx="2740" cy="363"/>
                <a:chOff x="2112" y="515"/>
                <a:chExt cx="3168" cy="363"/>
              </a:xfrm>
            </p:grpSpPr>
            <p:grpSp>
              <p:nvGrpSpPr>
                <p:cNvPr id="70950" name="Group 108">
                  <a:extLst>
                    <a:ext uri="{FF2B5EF4-FFF2-40B4-BE49-F238E27FC236}">
                      <a16:creationId xmlns:a16="http://schemas.microsoft.com/office/drawing/2014/main" id="{0CD710C0-E5C9-4EB9-A988-2FAACAFBA9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81" y="515"/>
                  <a:ext cx="287" cy="363"/>
                  <a:chOff x="2881" y="515"/>
                  <a:chExt cx="287" cy="363"/>
                </a:xfrm>
              </p:grpSpPr>
              <p:sp>
                <p:nvSpPr>
                  <p:cNvPr id="70996" name="Rectangle 109">
                    <a:extLst>
                      <a:ext uri="{FF2B5EF4-FFF2-40B4-BE49-F238E27FC236}">
                        <a16:creationId xmlns:a16="http://schemas.microsoft.com/office/drawing/2014/main" id="{C18E5F9B-E9D7-44E1-AFA8-E8E187D247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515"/>
                    <a:ext cx="193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97" name="Text Box 110">
                    <a:extLst>
                      <a:ext uri="{FF2B5EF4-FFF2-40B4-BE49-F238E27FC236}">
                        <a16:creationId xmlns:a16="http://schemas.microsoft.com/office/drawing/2014/main" id="{A96CAA16-FB12-4CAB-9812-9D7CA6DBB33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1" y="624"/>
                    <a:ext cx="287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endParaRPr>
                  </a:p>
                </p:txBody>
              </p:sp>
            </p:grpSp>
            <p:grpSp>
              <p:nvGrpSpPr>
                <p:cNvPr id="70951" name="Group 111">
                  <a:extLst>
                    <a:ext uri="{FF2B5EF4-FFF2-40B4-BE49-F238E27FC236}">
                      <a16:creationId xmlns:a16="http://schemas.microsoft.com/office/drawing/2014/main" id="{364F096F-C773-4ED2-9824-E92CA00C54A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2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94" name="Rectangle 112">
                    <a:extLst>
                      <a:ext uri="{FF2B5EF4-FFF2-40B4-BE49-F238E27FC236}">
                        <a16:creationId xmlns:a16="http://schemas.microsoft.com/office/drawing/2014/main" id="{337EDD43-55F2-419F-947B-BC22AE0669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95" name="Text Box 113">
                    <a:extLst>
                      <a:ext uri="{FF2B5EF4-FFF2-40B4-BE49-F238E27FC236}">
                        <a16:creationId xmlns:a16="http://schemas.microsoft.com/office/drawing/2014/main" id="{7229826C-CEFB-4EA3-A46B-1A9020F7A84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endParaRPr>
                  </a:p>
                </p:txBody>
              </p:sp>
            </p:grpSp>
            <p:grpSp>
              <p:nvGrpSpPr>
                <p:cNvPr id="70952" name="Group 114">
                  <a:extLst>
                    <a:ext uri="{FF2B5EF4-FFF2-40B4-BE49-F238E27FC236}">
                      <a16:creationId xmlns:a16="http://schemas.microsoft.com/office/drawing/2014/main" id="{1C59E481-C502-49EC-9C2F-7F087B9B9A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64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92" name="Rectangle 115">
                    <a:extLst>
                      <a:ext uri="{FF2B5EF4-FFF2-40B4-BE49-F238E27FC236}">
                        <a16:creationId xmlns:a16="http://schemas.microsoft.com/office/drawing/2014/main" id="{23ABCACE-D916-4A05-9DEB-2822F0EDD2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93" name="Text Box 116">
                    <a:extLst>
                      <a:ext uri="{FF2B5EF4-FFF2-40B4-BE49-F238E27FC236}">
                        <a16:creationId xmlns:a16="http://schemas.microsoft.com/office/drawing/2014/main" id="{F733BC21-1BEF-4C92-A394-76F9087CCAE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endParaRPr>
                  </a:p>
                </p:txBody>
              </p:sp>
            </p:grpSp>
            <p:grpSp>
              <p:nvGrpSpPr>
                <p:cNvPr id="70953" name="Group 117">
                  <a:extLst>
                    <a:ext uri="{FF2B5EF4-FFF2-40B4-BE49-F238E27FC236}">
                      <a16:creationId xmlns:a16="http://schemas.microsoft.com/office/drawing/2014/main" id="{3A7B1EA1-2438-44BB-A31A-EB93198AF5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55" y="515"/>
                  <a:ext cx="288" cy="363"/>
                  <a:chOff x="2879" y="515"/>
                  <a:chExt cx="288" cy="363"/>
                </a:xfrm>
              </p:grpSpPr>
              <p:sp>
                <p:nvSpPr>
                  <p:cNvPr id="70990" name="Rectangle 118">
                    <a:extLst>
                      <a:ext uri="{FF2B5EF4-FFF2-40B4-BE49-F238E27FC236}">
                        <a16:creationId xmlns:a16="http://schemas.microsoft.com/office/drawing/2014/main" id="{09DDC057-8366-4330-ABA2-CA8B34F51D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91" name="Text Box 119">
                    <a:extLst>
                      <a:ext uri="{FF2B5EF4-FFF2-40B4-BE49-F238E27FC236}">
                        <a16:creationId xmlns:a16="http://schemas.microsoft.com/office/drawing/2014/main" id="{7873182B-1674-4737-87F4-FA03FBD357D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79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endParaRPr>
                  </a:p>
                </p:txBody>
              </p:sp>
            </p:grpSp>
            <p:grpSp>
              <p:nvGrpSpPr>
                <p:cNvPr id="70954" name="Group 120">
                  <a:extLst>
                    <a:ext uri="{FF2B5EF4-FFF2-40B4-BE49-F238E27FC236}">
                      <a16:creationId xmlns:a16="http://schemas.microsoft.com/office/drawing/2014/main" id="{A6EDEACB-56B4-4002-A152-0C888919CF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49" y="515"/>
                  <a:ext cx="288" cy="363"/>
                  <a:chOff x="2881" y="515"/>
                  <a:chExt cx="288" cy="363"/>
                </a:xfrm>
              </p:grpSpPr>
              <p:sp>
                <p:nvSpPr>
                  <p:cNvPr id="70988" name="Rectangle 121">
                    <a:extLst>
                      <a:ext uri="{FF2B5EF4-FFF2-40B4-BE49-F238E27FC236}">
                        <a16:creationId xmlns:a16="http://schemas.microsoft.com/office/drawing/2014/main" id="{3F38B781-63C9-4FFF-81AA-B21BF272AF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89" name="Text Box 122">
                    <a:extLst>
                      <a:ext uri="{FF2B5EF4-FFF2-40B4-BE49-F238E27FC236}">
                        <a16:creationId xmlns:a16="http://schemas.microsoft.com/office/drawing/2014/main" id="{8461DDF9-524E-4CB8-AFA5-DEB9E4C447C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1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endParaRPr>
                  </a:p>
                </p:txBody>
              </p:sp>
            </p:grpSp>
            <p:grpSp>
              <p:nvGrpSpPr>
                <p:cNvPr id="70955" name="Group 123">
                  <a:extLst>
                    <a:ext uri="{FF2B5EF4-FFF2-40B4-BE49-F238E27FC236}">
                      <a16:creationId xmlns:a16="http://schemas.microsoft.com/office/drawing/2014/main" id="{A91ABD17-1D4A-44D7-B2E9-4DFEB148A8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40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86" name="Rectangle 124">
                    <a:extLst>
                      <a:ext uri="{FF2B5EF4-FFF2-40B4-BE49-F238E27FC236}">
                        <a16:creationId xmlns:a16="http://schemas.microsoft.com/office/drawing/2014/main" id="{F92F965B-6AC5-4DA4-867E-5F2E7324BF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87" name="Text Box 125">
                    <a:extLst>
                      <a:ext uri="{FF2B5EF4-FFF2-40B4-BE49-F238E27FC236}">
                        <a16:creationId xmlns:a16="http://schemas.microsoft.com/office/drawing/2014/main" id="{A9DE7058-5DD9-4B40-9890-228866E3EAF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endParaRPr>
                  </a:p>
                </p:txBody>
              </p:sp>
            </p:grpSp>
            <p:grpSp>
              <p:nvGrpSpPr>
                <p:cNvPr id="70956" name="Group 126">
                  <a:extLst>
                    <a:ext uri="{FF2B5EF4-FFF2-40B4-BE49-F238E27FC236}">
                      <a16:creationId xmlns:a16="http://schemas.microsoft.com/office/drawing/2014/main" id="{D0047DFD-F6EC-43C7-9602-56B0A59472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32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84" name="Rectangle 127">
                    <a:extLst>
                      <a:ext uri="{FF2B5EF4-FFF2-40B4-BE49-F238E27FC236}">
                        <a16:creationId xmlns:a16="http://schemas.microsoft.com/office/drawing/2014/main" id="{0BC70ECA-6707-45DF-80C3-672D3E88EC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85" name="Text Box 128">
                    <a:extLst>
                      <a:ext uri="{FF2B5EF4-FFF2-40B4-BE49-F238E27FC236}">
                        <a16:creationId xmlns:a16="http://schemas.microsoft.com/office/drawing/2014/main" id="{3AB0925A-5BE5-45D3-AFB7-9E54FA7E821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70957" name="Group 129">
                  <a:extLst>
                    <a:ext uri="{FF2B5EF4-FFF2-40B4-BE49-F238E27FC236}">
                      <a16:creationId xmlns:a16="http://schemas.microsoft.com/office/drawing/2014/main" id="{0D19A526-AC6D-43D4-82AB-F6408312EE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24" y="515"/>
                  <a:ext cx="287" cy="363"/>
                  <a:chOff x="2880" y="515"/>
                  <a:chExt cx="287" cy="363"/>
                </a:xfrm>
              </p:grpSpPr>
              <p:sp>
                <p:nvSpPr>
                  <p:cNvPr id="70982" name="Rectangle 130">
                    <a:extLst>
                      <a:ext uri="{FF2B5EF4-FFF2-40B4-BE49-F238E27FC236}">
                        <a16:creationId xmlns:a16="http://schemas.microsoft.com/office/drawing/2014/main" id="{9B44C041-D138-47B9-9D4C-5BC7DDA4C1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7" y="515"/>
                    <a:ext cx="193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83" name="Text Box 131">
                    <a:extLst>
                      <a:ext uri="{FF2B5EF4-FFF2-40B4-BE49-F238E27FC236}">
                        <a16:creationId xmlns:a16="http://schemas.microsoft.com/office/drawing/2014/main" id="{FEC7B4CD-B9F0-4747-BB72-8A56A44756A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7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endParaRPr>
                  </a:p>
                </p:txBody>
              </p:sp>
            </p:grpSp>
            <p:grpSp>
              <p:nvGrpSpPr>
                <p:cNvPr id="70958" name="Group 132">
                  <a:extLst>
                    <a:ext uri="{FF2B5EF4-FFF2-40B4-BE49-F238E27FC236}">
                      <a16:creationId xmlns:a16="http://schemas.microsoft.com/office/drawing/2014/main" id="{3FFB63A1-4312-44A3-A711-82FB312601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16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80" name="Rectangle 133">
                    <a:extLst>
                      <a:ext uri="{FF2B5EF4-FFF2-40B4-BE49-F238E27FC236}">
                        <a16:creationId xmlns:a16="http://schemas.microsoft.com/office/drawing/2014/main" id="{1967BA12-B4E2-4FD2-B7FC-59BD958F43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81" name="Text Box 134">
                    <a:extLst>
                      <a:ext uri="{FF2B5EF4-FFF2-40B4-BE49-F238E27FC236}">
                        <a16:creationId xmlns:a16="http://schemas.microsoft.com/office/drawing/2014/main" id="{0171A978-4DB4-42D0-9F4F-573EE8C94E7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70959" name="Group 135">
                  <a:extLst>
                    <a:ext uri="{FF2B5EF4-FFF2-40B4-BE49-F238E27FC236}">
                      <a16:creationId xmlns:a16="http://schemas.microsoft.com/office/drawing/2014/main" id="{18CA1B3F-FF6E-4B7F-A0D9-7156D25566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08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78" name="Rectangle 136">
                    <a:extLst>
                      <a:ext uri="{FF2B5EF4-FFF2-40B4-BE49-F238E27FC236}">
                        <a16:creationId xmlns:a16="http://schemas.microsoft.com/office/drawing/2014/main" id="{D86185D2-5651-45D9-B5AC-FC6DCA0220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79" name="Text Box 137">
                    <a:extLst>
                      <a:ext uri="{FF2B5EF4-FFF2-40B4-BE49-F238E27FC236}">
                        <a16:creationId xmlns:a16="http://schemas.microsoft.com/office/drawing/2014/main" id="{BB0C58F4-ECF3-45BC-8C46-20E8D3CD8D4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endParaRPr>
                  </a:p>
                </p:txBody>
              </p:sp>
            </p:grpSp>
            <p:grpSp>
              <p:nvGrpSpPr>
                <p:cNvPr id="70960" name="Group 138">
                  <a:extLst>
                    <a:ext uri="{FF2B5EF4-FFF2-40B4-BE49-F238E27FC236}">
                      <a16:creationId xmlns:a16="http://schemas.microsoft.com/office/drawing/2014/main" id="{534DCE95-A2CA-4C8E-A26C-AD1704696E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00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76" name="Rectangle 139">
                    <a:extLst>
                      <a:ext uri="{FF2B5EF4-FFF2-40B4-BE49-F238E27FC236}">
                        <a16:creationId xmlns:a16="http://schemas.microsoft.com/office/drawing/2014/main" id="{CA9AD4EC-72A0-458E-AAA0-E44BAA211E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77" name="Text Box 140">
                    <a:extLst>
                      <a:ext uri="{FF2B5EF4-FFF2-40B4-BE49-F238E27FC236}">
                        <a16:creationId xmlns:a16="http://schemas.microsoft.com/office/drawing/2014/main" id="{238A7BF5-0A05-405B-A8EB-BC37FDA0529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70961" name="Group 141">
                  <a:extLst>
                    <a:ext uri="{FF2B5EF4-FFF2-40B4-BE49-F238E27FC236}">
                      <a16:creationId xmlns:a16="http://schemas.microsoft.com/office/drawing/2014/main" id="{7771C9D7-EE90-42AD-8961-0DD9059F6F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93" y="515"/>
                  <a:ext cx="287" cy="363"/>
                  <a:chOff x="2881" y="515"/>
                  <a:chExt cx="287" cy="363"/>
                </a:xfrm>
              </p:grpSpPr>
              <p:sp>
                <p:nvSpPr>
                  <p:cNvPr id="70974" name="Rectangle 142">
                    <a:extLst>
                      <a:ext uri="{FF2B5EF4-FFF2-40B4-BE49-F238E27FC236}">
                        <a16:creationId xmlns:a16="http://schemas.microsoft.com/office/drawing/2014/main" id="{70704ED0-F644-4339-A2CB-C5CD0B19AB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515"/>
                    <a:ext cx="193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75" name="Text Box 143">
                    <a:extLst>
                      <a:ext uri="{FF2B5EF4-FFF2-40B4-BE49-F238E27FC236}">
                        <a16:creationId xmlns:a16="http://schemas.microsoft.com/office/drawing/2014/main" id="{8CB61EF2-1DDE-4EAD-978C-4ECB8BF5BEC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1" y="624"/>
                    <a:ext cx="287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rPr>
                      <a:t>RF</a:t>
                    </a:r>
                  </a:p>
                </p:txBody>
              </p:sp>
            </p:grpSp>
            <p:grpSp>
              <p:nvGrpSpPr>
                <p:cNvPr id="70962" name="Group 144">
                  <a:extLst>
                    <a:ext uri="{FF2B5EF4-FFF2-40B4-BE49-F238E27FC236}">
                      <a16:creationId xmlns:a16="http://schemas.microsoft.com/office/drawing/2014/main" id="{56344C25-B07F-4400-8C45-E0640EB4A5D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88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72" name="Rectangle 145">
                    <a:extLst>
                      <a:ext uri="{FF2B5EF4-FFF2-40B4-BE49-F238E27FC236}">
                        <a16:creationId xmlns:a16="http://schemas.microsoft.com/office/drawing/2014/main" id="{7517AC7D-D684-4267-9A27-1CCFBCD1F7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73" name="Text Box 146">
                    <a:extLst>
                      <a:ext uri="{FF2B5EF4-FFF2-40B4-BE49-F238E27FC236}">
                        <a16:creationId xmlns:a16="http://schemas.microsoft.com/office/drawing/2014/main" id="{9161FA51-A188-4619-BA6A-BB2FD0C1647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70963" name="Group 147">
                  <a:extLst>
                    <a:ext uri="{FF2B5EF4-FFF2-40B4-BE49-F238E27FC236}">
                      <a16:creationId xmlns:a16="http://schemas.microsoft.com/office/drawing/2014/main" id="{CA9FE4F6-3190-4BBD-8D36-5A3FD4BE96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96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70" name="Rectangle 148">
                    <a:extLst>
                      <a:ext uri="{FF2B5EF4-FFF2-40B4-BE49-F238E27FC236}">
                        <a16:creationId xmlns:a16="http://schemas.microsoft.com/office/drawing/2014/main" id="{6E846B42-A8A7-408E-8ADA-2851975673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71" name="Text Box 149">
                    <a:extLst>
                      <a:ext uri="{FF2B5EF4-FFF2-40B4-BE49-F238E27FC236}">
                        <a16:creationId xmlns:a16="http://schemas.microsoft.com/office/drawing/2014/main" id="{EA0AC7E0-FCAE-4E04-A46D-CFF3EF88BB8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70964" name="Group 150">
                  <a:extLst>
                    <a:ext uri="{FF2B5EF4-FFF2-40B4-BE49-F238E27FC236}">
                      <a16:creationId xmlns:a16="http://schemas.microsoft.com/office/drawing/2014/main" id="{5145B352-3D4A-49F8-9523-6A30EF290E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04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68" name="Rectangle 151">
                    <a:extLst>
                      <a:ext uri="{FF2B5EF4-FFF2-40B4-BE49-F238E27FC236}">
                        <a16:creationId xmlns:a16="http://schemas.microsoft.com/office/drawing/2014/main" id="{21A8EC4B-B222-436A-866D-D69804387F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69" name="Text Box 152">
                    <a:extLst>
                      <a:ext uri="{FF2B5EF4-FFF2-40B4-BE49-F238E27FC236}">
                        <a16:creationId xmlns:a16="http://schemas.microsoft.com/office/drawing/2014/main" id="{7FF57C50-3A69-44A8-96AF-A1C09FB7188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70965" name="Group 153">
                  <a:extLst>
                    <a:ext uri="{FF2B5EF4-FFF2-40B4-BE49-F238E27FC236}">
                      <a16:creationId xmlns:a16="http://schemas.microsoft.com/office/drawing/2014/main" id="{36EF102B-AEED-4018-89B4-1B0467AACB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12" y="515"/>
                  <a:ext cx="288" cy="363"/>
                  <a:chOff x="2880" y="515"/>
                  <a:chExt cx="288" cy="363"/>
                </a:xfrm>
              </p:grpSpPr>
              <p:sp>
                <p:nvSpPr>
                  <p:cNvPr id="70966" name="Rectangle 154">
                    <a:extLst>
                      <a:ext uri="{FF2B5EF4-FFF2-40B4-BE49-F238E27FC236}">
                        <a16:creationId xmlns:a16="http://schemas.microsoft.com/office/drawing/2014/main" id="{0D86ECB7-AAA9-40CB-95D1-50001F812B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9" y="515"/>
                    <a:ext cx="192" cy="36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anchor="ctr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967" name="Text Box 155">
                    <a:extLst>
                      <a:ext uri="{FF2B5EF4-FFF2-40B4-BE49-F238E27FC236}">
                        <a16:creationId xmlns:a16="http://schemas.microsoft.com/office/drawing/2014/main" id="{B151FB78-7BB3-4447-8FDA-2006350CC78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624"/>
                    <a:ext cx="288" cy="187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</p:grpSp>
          <p:grpSp>
            <p:nvGrpSpPr>
              <p:cNvPr id="70898" name="Group 156">
                <a:extLst>
                  <a:ext uri="{FF2B5EF4-FFF2-40B4-BE49-F238E27FC236}">
                    <a16:creationId xmlns:a16="http://schemas.microsoft.com/office/drawing/2014/main" id="{345D1A10-C40D-40E2-8DE0-80ED1EA1A0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50" y="3010"/>
                <a:ext cx="2740" cy="364"/>
                <a:chOff x="2850" y="3010"/>
                <a:chExt cx="2740" cy="364"/>
              </a:xfrm>
            </p:grpSpPr>
            <p:grpSp>
              <p:nvGrpSpPr>
                <p:cNvPr id="70899" name="Group 157">
                  <a:extLst>
                    <a:ext uri="{FF2B5EF4-FFF2-40B4-BE49-F238E27FC236}">
                      <a16:creationId xmlns:a16="http://schemas.microsoft.com/office/drawing/2014/main" id="{A2825526-F070-4665-B133-0FFAFEDA8A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50" y="3010"/>
                  <a:ext cx="2740" cy="364"/>
                  <a:chOff x="2112" y="514"/>
                  <a:chExt cx="3168" cy="364"/>
                </a:xfrm>
              </p:grpSpPr>
              <p:grpSp>
                <p:nvGrpSpPr>
                  <p:cNvPr id="70902" name="Group 158">
                    <a:extLst>
                      <a:ext uri="{FF2B5EF4-FFF2-40B4-BE49-F238E27FC236}">
                        <a16:creationId xmlns:a16="http://schemas.microsoft.com/office/drawing/2014/main" id="{F0022F4E-3884-4555-AD86-7F31226FB7A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81" y="515"/>
                    <a:ext cx="287" cy="363"/>
                    <a:chOff x="2881" y="515"/>
                    <a:chExt cx="287" cy="363"/>
                  </a:xfrm>
                </p:grpSpPr>
                <p:sp>
                  <p:nvSpPr>
                    <p:cNvPr id="70948" name="Rectangle 159">
                      <a:extLst>
                        <a:ext uri="{FF2B5EF4-FFF2-40B4-BE49-F238E27FC236}">
                          <a16:creationId xmlns:a16="http://schemas.microsoft.com/office/drawing/2014/main" id="{2AFC5CB2-36F4-422E-9848-F599EC8A6F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8" y="515"/>
                      <a:ext cx="193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49" name="Text Box 160">
                      <a:extLst>
                        <a:ext uri="{FF2B5EF4-FFF2-40B4-BE49-F238E27FC236}">
                          <a16:creationId xmlns:a16="http://schemas.microsoft.com/office/drawing/2014/main" id="{F03E0519-7A18-4642-9746-CFD2273D225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1" y="624"/>
                      <a:ext cx="287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OF</a:t>
                      </a:r>
                    </a:p>
                  </p:txBody>
                </p:sp>
              </p:grpSp>
              <p:grpSp>
                <p:nvGrpSpPr>
                  <p:cNvPr id="70903" name="Group 161">
                    <a:extLst>
                      <a:ext uri="{FF2B5EF4-FFF2-40B4-BE49-F238E27FC236}">
                        <a16:creationId xmlns:a16="http://schemas.microsoft.com/office/drawing/2014/main" id="{8B5C30B2-B754-4CD8-8447-8EDA1CC7E38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072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946" name="Rectangle 162">
                      <a:extLst>
                        <a:ext uri="{FF2B5EF4-FFF2-40B4-BE49-F238E27FC236}">
                          <a16:creationId xmlns:a16="http://schemas.microsoft.com/office/drawing/2014/main" id="{079ED9FE-8D05-4EE9-8616-DBAFD46A31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47" name="Text Box 163">
                      <a:extLst>
                        <a:ext uri="{FF2B5EF4-FFF2-40B4-BE49-F238E27FC236}">
                          <a16:creationId xmlns:a16="http://schemas.microsoft.com/office/drawing/2014/main" id="{4BE33D5A-74E9-4A39-8CAD-E39B7B9E789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DF</a:t>
                      </a:r>
                    </a:p>
                  </p:txBody>
                </p:sp>
              </p:grpSp>
              <p:grpSp>
                <p:nvGrpSpPr>
                  <p:cNvPr id="70904" name="Group 164">
                    <a:extLst>
                      <a:ext uri="{FF2B5EF4-FFF2-40B4-BE49-F238E27FC236}">
                        <a16:creationId xmlns:a16="http://schemas.microsoft.com/office/drawing/2014/main" id="{F3598746-BE2E-4A2D-BC68-B7562FA9197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64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944" name="Rectangle 165">
                      <a:extLst>
                        <a:ext uri="{FF2B5EF4-FFF2-40B4-BE49-F238E27FC236}">
                          <a16:creationId xmlns:a16="http://schemas.microsoft.com/office/drawing/2014/main" id="{7F7FBF97-A979-4597-92FA-B8CAD0B33F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45" name="Text Box 166">
                      <a:extLst>
                        <a:ext uri="{FF2B5EF4-FFF2-40B4-BE49-F238E27FC236}">
                          <a16:creationId xmlns:a16="http://schemas.microsoft.com/office/drawing/2014/main" id="{58E64B28-D14D-4ABA-A348-57D23379495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IF</a:t>
                      </a:r>
                    </a:p>
                  </p:txBody>
                </p:sp>
              </p:grpSp>
              <p:grpSp>
                <p:nvGrpSpPr>
                  <p:cNvPr id="70905" name="Group 167">
                    <a:extLst>
                      <a:ext uri="{FF2B5EF4-FFF2-40B4-BE49-F238E27FC236}">
                        <a16:creationId xmlns:a16="http://schemas.microsoft.com/office/drawing/2014/main" id="{0AAB2CC8-E4F9-40EA-922B-1BEC7D8C808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55" y="515"/>
                    <a:ext cx="288" cy="363"/>
                    <a:chOff x="2879" y="515"/>
                    <a:chExt cx="288" cy="363"/>
                  </a:xfrm>
                </p:grpSpPr>
                <p:sp>
                  <p:nvSpPr>
                    <p:cNvPr id="70942" name="Rectangle 168">
                      <a:extLst>
                        <a:ext uri="{FF2B5EF4-FFF2-40B4-BE49-F238E27FC236}">
                          <a16:creationId xmlns:a16="http://schemas.microsoft.com/office/drawing/2014/main" id="{C3A710EE-C9E0-4055-9C10-681C3D2D92F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8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43" name="Text Box 169">
                      <a:extLst>
                        <a:ext uri="{FF2B5EF4-FFF2-40B4-BE49-F238E27FC236}">
                          <a16:creationId xmlns:a16="http://schemas.microsoft.com/office/drawing/2014/main" id="{C55C8440-97E6-47B9-B683-21E96F887FE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79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TF</a:t>
                      </a:r>
                    </a:p>
                  </p:txBody>
                </p:sp>
              </p:grpSp>
              <p:grpSp>
                <p:nvGrpSpPr>
                  <p:cNvPr id="70906" name="Group 170">
                    <a:extLst>
                      <a:ext uri="{FF2B5EF4-FFF2-40B4-BE49-F238E27FC236}">
                        <a16:creationId xmlns:a16="http://schemas.microsoft.com/office/drawing/2014/main" id="{9051DDB5-6C49-4098-A70D-21B4FCAB14D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9" y="515"/>
                    <a:ext cx="288" cy="363"/>
                    <a:chOff x="2881" y="515"/>
                    <a:chExt cx="288" cy="363"/>
                  </a:xfrm>
                </p:grpSpPr>
                <p:sp>
                  <p:nvSpPr>
                    <p:cNvPr id="70940" name="Rectangle 171">
                      <a:extLst>
                        <a:ext uri="{FF2B5EF4-FFF2-40B4-BE49-F238E27FC236}">
                          <a16:creationId xmlns:a16="http://schemas.microsoft.com/office/drawing/2014/main" id="{FD7F8A3C-7850-478E-AB75-493D49142A4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8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41" name="Text Box 172">
                      <a:extLst>
                        <a:ext uri="{FF2B5EF4-FFF2-40B4-BE49-F238E27FC236}">
                          <a16:creationId xmlns:a16="http://schemas.microsoft.com/office/drawing/2014/main" id="{DA6899B0-5400-4D6C-B639-A77702F4A7B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1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SF</a:t>
                      </a:r>
                    </a:p>
                  </p:txBody>
                </p:sp>
              </p:grpSp>
              <p:grpSp>
                <p:nvGrpSpPr>
                  <p:cNvPr id="70907" name="Group 173">
                    <a:extLst>
                      <a:ext uri="{FF2B5EF4-FFF2-40B4-BE49-F238E27FC236}">
                        <a16:creationId xmlns:a16="http://schemas.microsoft.com/office/drawing/2014/main" id="{D58BB5BF-D257-4790-A33F-A4577B84EE1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40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938" name="Rectangle 174">
                      <a:extLst>
                        <a:ext uri="{FF2B5EF4-FFF2-40B4-BE49-F238E27FC236}">
                          <a16:creationId xmlns:a16="http://schemas.microsoft.com/office/drawing/2014/main" id="{B3E9D499-47AE-4CB9-9B90-F0EE09C06FF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39" name="Text Box 175">
                      <a:extLst>
                        <a:ext uri="{FF2B5EF4-FFF2-40B4-BE49-F238E27FC236}">
                          <a16:creationId xmlns:a16="http://schemas.microsoft.com/office/drawing/2014/main" id="{5757D42E-15BE-4EA5-9197-09E909E2AA7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ZF</a:t>
                      </a:r>
                    </a:p>
                  </p:txBody>
                </p:sp>
              </p:grpSp>
              <p:grpSp>
                <p:nvGrpSpPr>
                  <p:cNvPr id="70908" name="Group 176">
                    <a:extLst>
                      <a:ext uri="{FF2B5EF4-FFF2-40B4-BE49-F238E27FC236}">
                        <a16:creationId xmlns:a16="http://schemas.microsoft.com/office/drawing/2014/main" id="{4F18B88A-EE64-4952-9228-5BF8D3940B3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32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936" name="Rectangle 177">
                      <a:extLst>
                        <a:ext uri="{FF2B5EF4-FFF2-40B4-BE49-F238E27FC236}">
                          <a16:creationId xmlns:a16="http://schemas.microsoft.com/office/drawing/2014/main" id="{27565341-0464-4D3F-8C19-5C3414FAB8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37" name="Text Box 178">
                      <a:extLst>
                        <a:ext uri="{FF2B5EF4-FFF2-40B4-BE49-F238E27FC236}">
                          <a16:creationId xmlns:a16="http://schemas.microsoft.com/office/drawing/2014/main" id="{287DF660-326B-4333-AC8C-BA663021523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909" name="Group 179">
                    <a:extLst>
                      <a:ext uri="{FF2B5EF4-FFF2-40B4-BE49-F238E27FC236}">
                        <a16:creationId xmlns:a16="http://schemas.microsoft.com/office/drawing/2014/main" id="{D7F19D86-0BA8-4DDD-AA97-8AA83215708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224" y="515"/>
                    <a:ext cx="287" cy="363"/>
                    <a:chOff x="2880" y="515"/>
                    <a:chExt cx="287" cy="363"/>
                  </a:xfrm>
                </p:grpSpPr>
                <p:sp>
                  <p:nvSpPr>
                    <p:cNvPr id="70934" name="Rectangle 180">
                      <a:extLst>
                        <a:ext uri="{FF2B5EF4-FFF2-40B4-BE49-F238E27FC236}">
                          <a16:creationId xmlns:a16="http://schemas.microsoft.com/office/drawing/2014/main" id="{3372E6A0-4639-4796-947D-B3AA9713850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7" y="515"/>
                      <a:ext cx="193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35" name="Text Box 181">
                      <a:extLst>
                        <a:ext uri="{FF2B5EF4-FFF2-40B4-BE49-F238E27FC236}">
                          <a16:creationId xmlns:a16="http://schemas.microsoft.com/office/drawing/2014/main" id="{F9E01683-B480-4E6E-94C7-A0342233C3F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7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AF</a:t>
                      </a:r>
                    </a:p>
                  </p:txBody>
                </p:sp>
              </p:grpSp>
              <p:grpSp>
                <p:nvGrpSpPr>
                  <p:cNvPr id="70910" name="Group 182">
                    <a:extLst>
                      <a:ext uri="{FF2B5EF4-FFF2-40B4-BE49-F238E27FC236}">
                        <a16:creationId xmlns:a16="http://schemas.microsoft.com/office/drawing/2014/main" id="{0A945D7E-8731-41C5-94F8-5A1EE578F7C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416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932" name="Rectangle 183">
                      <a:extLst>
                        <a:ext uri="{FF2B5EF4-FFF2-40B4-BE49-F238E27FC236}">
                          <a16:creationId xmlns:a16="http://schemas.microsoft.com/office/drawing/2014/main" id="{A4769298-CD9F-490C-9AAC-46D902AF62C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33" name="Text Box 184">
                      <a:extLst>
                        <a:ext uri="{FF2B5EF4-FFF2-40B4-BE49-F238E27FC236}">
                          <a16:creationId xmlns:a16="http://schemas.microsoft.com/office/drawing/2014/main" id="{3FE4D9D2-9435-4910-A846-BB3936E4E41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911" name="Group 185">
                    <a:extLst>
                      <a:ext uri="{FF2B5EF4-FFF2-40B4-BE49-F238E27FC236}">
                        <a16:creationId xmlns:a16="http://schemas.microsoft.com/office/drawing/2014/main" id="{65BCCB5F-0B86-4C0D-B380-43A7085AFC2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08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930" name="Rectangle 186">
                      <a:extLst>
                        <a:ext uri="{FF2B5EF4-FFF2-40B4-BE49-F238E27FC236}">
                          <a16:creationId xmlns:a16="http://schemas.microsoft.com/office/drawing/2014/main" id="{2BC7BEEA-AC7F-4F7E-8699-8E427C5E913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31" name="Text Box 187">
                      <a:extLst>
                        <a:ext uri="{FF2B5EF4-FFF2-40B4-BE49-F238E27FC236}">
                          <a16:creationId xmlns:a16="http://schemas.microsoft.com/office/drawing/2014/main" id="{5E60206F-ABB3-4075-9EFC-EF0900E1DCA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PF</a:t>
                      </a:r>
                    </a:p>
                  </p:txBody>
                </p:sp>
              </p:grpSp>
              <p:grpSp>
                <p:nvGrpSpPr>
                  <p:cNvPr id="70912" name="Group 188">
                    <a:extLst>
                      <a:ext uri="{FF2B5EF4-FFF2-40B4-BE49-F238E27FC236}">
                        <a16:creationId xmlns:a16="http://schemas.microsoft.com/office/drawing/2014/main" id="{5B189ECA-0938-4E57-880D-BCE3E081B67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800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928" name="Rectangle 189">
                      <a:extLst>
                        <a:ext uri="{FF2B5EF4-FFF2-40B4-BE49-F238E27FC236}">
                          <a16:creationId xmlns:a16="http://schemas.microsoft.com/office/drawing/2014/main" id="{D0A290C3-44DE-4E39-9B31-C838DD8B6D1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29" name="Text Box 190">
                      <a:extLst>
                        <a:ext uri="{FF2B5EF4-FFF2-40B4-BE49-F238E27FC236}">
                          <a16:creationId xmlns:a16="http://schemas.microsoft.com/office/drawing/2014/main" id="{6A4580D2-E48C-42CD-A64C-232412470F4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913" name="Group 191">
                    <a:extLst>
                      <a:ext uri="{FF2B5EF4-FFF2-40B4-BE49-F238E27FC236}">
                        <a16:creationId xmlns:a16="http://schemas.microsoft.com/office/drawing/2014/main" id="{81AF7805-2612-4551-9F37-38096178D86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93" y="515"/>
                    <a:ext cx="287" cy="363"/>
                    <a:chOff x="2881" y="515"/>
                    <a:chExt cx="287" cy="363"/>
                  </a:xfrm>
                </p:grpSpPr>
                <p:sp>
                  <p:nvSpPr>
                    <p:cNvPr id="70926" name="Rectangle 192">
                      <a:extLst>
                        <a:ext uri="{FF2B5EF4-FFF2-40B4-BE49-F238E27FC236}">
                          <a16:creationId xmlns:a16="http://schemas.microsoft.com/office/drawing/2014/main" id="{50A49269-0B99-4C4D-9DCA-AB83D326A4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8" y="515"/>
                      <a:ext cx="193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27" name="Text Box 193">
                      <a:extLst>
                        <a:ext uri="{FF2B5EF4-FFF2-40B4-BE49-F238E27FC236}">
                          <a16:creationId xmlns:a16="http://schemas.microsoft.com/office/drawing/2014/main" id="{98E59469-4307-447B-9CA7-39326E0B612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1" y="624"/>
                      <a:ext cx="287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CF</a:t>
                      </a:r>
                    </a:p>
                  </p:txBody>
                </p:sp>
              </p:grpSp>
              <p:grpSp>
                <p:nvGrpSpPr>
                  <p:cNvPr id="70914" name="Group 194">
                    <a:extLst>
                      <a:ext uri="{FF2B5EF4-FFF2-40B4-BE49-F238E27FC236}">
                        <a16:creationId xmlns:a16="http://schemas.microsoft.com/office/drawing/2014/main" id="{1A16C838-4AC5-4179-9745-15EE30D1A1B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88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924" name="Rectangle 195">
                      <a:extLst>
                        <a:ext uri="{FF2B5EF4-FFF2-40B4-BE49-F238E27FC236}">
                          <a16:creationId xmlns:a16="http://schemas.microsoft.com/office/drawing/2014/main" id="{20EDEA91-81C8-4989-9DA2-35B27A58CFA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25" name="Text Box 196">
                      <a:extLst>
                        <a:ext uri="{FF2B5EF4-FFF2-40B4-BE49-F238E27FC236}">
                          <a16:creationId xmlns:a16="http://schemas.microsoft.com/office/drawing/2014/main" id="{DA200312-C9A6-44C7-8215-836EEBBDCA6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915" name="Group 197">
                    <a:extLst>
                      <a:ext uri="{FF2B5EF4-FFF2-40B4-BE49-F238E27FC236}">
                        <a16:creationId xmlns:a16="http://schemas.microsoft.com/office/drawing/2014/main" id="{C7C531A2-AAC5-4655-BBCF-1DCF73112E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496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922" name="Rectangle 198">
                      <a:extLst>
                        <a:ext uri="{FF2B5EF4-FFF2-40B4-BE49-F238E27FC236}">
                          <a16:creationId xmlns:a16="http://schemas.microsoft.com/office/drawing/2014/main" id="{BB2949AD-1D6F-41D3-A7E7-E35FFA9A95A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23" name="Text Box 199">
                      <a:extLst>
                        <a:ext uri="{FF2B5EF4-FFF2-40B4-BE49-F238E27FC236}">
                          <a16:creationId xmlns:a16="http://schemas.microsoft.com/office/drawing/2014/main" id="{F0B2CFF8-7D65-42FC-ACF3-CD7314ED47F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916" name="Group 200">
                    <a:extLst>
                      <a:ext uri="{FF2B5EF4-FFF2-40B4-BE49-F238E27FC236}">
                        <a16:creationId xmlns:a16="http://schemas.microsoft.com/office/drawing/2014/main" id="{3B30A35F-9E56-46C8-9223-682B090209F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04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920" name="Rectangle 201">
                      <a:extLst>
                        <a:ext uri="{FF2B5EF4-FFF2-40B4-BE49-F238E27FC236}">
                          <a16:creationId xmlns:a16="http://schemas.microsoft.com/office/drawing/2014/main" id="{E60CFAA5-783C-4909-880D-D9B0E87209C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21" name="Text Box 202">
                      <a:extLst>
                        <a:ext uri="{FF2B5EF4-FFF2-40B4-BE49-F238E27FC236}">
                          <a16:creationId xmlns:a16="http://schemas.microsoft.com/office/drawing/2014/main" id="{A92C6D76-FC40-4146-9641-0DE1FE85961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917" name="Group 203">
                    <a:extLst>
                      <a:ext uri="{FF2B5EF4-FFF2-40B4-BE49-F238E27FC236}">
                        <a16:creationId xmlns:a16="http://schemas.microsoft.com/office/drawing/2014/main" id="{53ECE785-6122-4596-AE05-95609546353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12" y="514"/>
                    <a:ext cx="288" cy="364"/>
                    <a:chOff x="2880" y="514"/>
                    <a:chExt cx="288" cy="364"/>
                  </a:xfrm>
                </p:grpSpPr>
                <p:sp>
                  <p:nvSpPr>
                    <p:cNvPr id="70918" name="Rectangle 204">
                      <a:extLst>
                        <a:ext uri="{FF2B5EF4-FFF2-40B4-BE49-F238E27FC236}">
                          <a16:creationId xmlns:a16="http://schemas.microsoft.com/office/drawing/2014/main" id="{A55C38E4-57C4-4237-98CE-7CC4F0B6583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4"/>
                      <a:ext cx="192" cy="36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919" name="Text Box 205">
                      <a:extLst>
                        <a:ext uri="{FF2B5EF4-FFF2-40B4-BE49-F238E27FC236}">
                          <a16:creationId xmlns:a16="http://schemas.microsoft.com/office/drawing/2014/main" id="{E843A236-439C-4DCF-9B23-BF9881D8137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8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</p:grpSp>
            <p:sp>
              <p:nvSpPr>
                <p:cNvPr id="70900" name="Rectangle 206">
                  <a:extLst>
                    <a:ext uri="{FF2B5EF4-FFF2-40B4-BE49-F238E27FC236}">
                      <a16:creationId xmlns:a16="http://schemas.microsoft.com/office/drawing/2014/main" id="{4C64C39A-9A58-441C-BC1B-64E5D700E8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3120"/>
                  <a:ext cx="348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IOPL</a:t>
                  </a:r>
                </a:p>
              </p:txBody>
            </p:sp>
            <p:sp>
              <p:nvSpPr>
                <p:cNvPr id="70901" name="Rectangle 207">
                  <a:extLst>
                    <a:ext uri="{FF2B5EF4-FFF2-40B4-BE49-F238E27FC236}">
                      <a16:creationId xmlns:a16="http://schemas.microsoft.com/office/drawing/2014/main" id="{E134C8B4-DF8A-46F3-8BCD-B0AD2E7660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24" y="3120"/>
                  <a:ext cx="232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NT</a:t>
                  </a:r>
                </a:p>
              </p:txBody>
            </p:sp>
          </p:grpSp>
        </p:grpSp>
        <p:sp>
          <p:nvSpPr>
            <p:cNvPr id="70676" name="Rectangle 208">
              <a:extLst>
                <a:ext uri="{FF2B5EF4-FFF2-40B4-BE49-F238E27FC236}">
                  <a16:creationId xmlns:a16="http://schemas.microsoft.com/office/drawing/2014/main" id="{7DD1D780-8F4D-47F1-88EC-1965CFF01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375" y="2362969"/>
              <a:ext cx="368300" cy="298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Lucida Console" panose="020B0609040504020204" pitchFamily="49" charset="0"/>
                </a:rPr>
                <a:t>VM</a:t>
              </a:r>
            </a:p>
          </p:txBody>
        </p:sp>
        <p:sp>
          <p:nvSpPr>
            <p:cNvPr id="70677" name="Rectangle 209">
              <a:extLst>
                <a:ext uri="{FF2B5EF4-FFF2-40B4-BE49-F238E27FC236}">
                  <a16:creationId xmlns:a16="http://schemas.microsoft.com/office/drawing/2014/main" id="{82A15FFA-3953-476A-8B27-729786CBD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1980391"/>
              <a:ext cx="742950" cy="365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0000"/>
                  </a:solidFill>
                </a:rPr>
                <a:t> 80386</a:t>
              </a:r>
            </a:p>
          </p:txBody>
        </p:sp>
        <p:grpSp>
          <p:nvGrpSpPr>
            <p:cNvPr id="70678" name="Group 210">
              <a:extLst>
                <a:ext uri="{FF2B5EF4-FFF2-40B4-BE49-F238E27FC236}">
                  <a16:creationId xmlns:a16="http://schemas.microsoft.com/office/drawing/2014/main" id="{7BD7E9B5-E7AA-40A7-86EA-F27C5AB14D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963" y="2949575"/>
              <a:ext cx="8561388" cy="577850"/>
              <a:chOff x="197" y="3010"/>
              <a:chExt cx="5393" cy="364"/>
            </a:xfrm>
          </p:grpSpPr>
          <p:grpSp>
            <p:nvGrpSpPr>
              <p:cNvPr id="70794" name="Group 211">
                <a:extLst>
                  <a:ext uri="{FF2B5EF4-FFF2-40B4-BE49-F238E27FC236}">
                    <a16:creationId xmlns:a16="http://schemas.microsoft.com/office/drawing/2014/main" id="{62DFE9CD-156C-45FD-A615-64825A8022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" y="3010"/>
                <a:ext cx="5393" cy="364"/>
                <a:chOff x="197" y="3010"/>
                <a:chExt cx="5393" cy="364"/>
              </a:xfrm>
            </p:grpSpPr>
            <p:grpSp>
              <p:nvGrpSpPr>
                <p:cNvPr id="70796" name="Group 212">
                  <a:extLst>
                    <a:ext uri="{FF2B5EF4-FFF2-40B4-BE49-F238E27FC236}">
                      <a16:creationId xmlns:a16="http://schemas.microsoft.com/office/drawing/2014/main" id="{5A5CD44E-5852-4A09-8140-5FC6417F09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" y="3011"/>
                  <a:ext cx="2740" cy="363"/>
                  <a:chOff x="2112" y="515"/>
                  <a:chExt cx="3168" cy="363"/>
                </a:xfrm>
              </p:grpSpPr>
              <p:grpSp>
                <p:nvGrpSpPr>
                  <p:cNvPr id="70849" name="Group 213">
                    <a:extLst>
                      <a:ext uri="{FF2B5EF4-FFF2-40B4-BE49-F238E27FC236}">
                        <a16:creationId xmlns:a16="http://schemas.microsoft.com/office/drawing/2014/main" id="{D51D3658-78DC-4FFC-8E6D-480491364AC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81" y="515"/>
                    <a:ext cx="287" cy="363"/>
                    <a:chOff x="2881" y="515"/>
                    <a:chExt cx="287" cy="363"/>
                  </a:xfrm>
                </p:grpSpPr>
                <p:sp>
                  <p:nvSpPr>
                    <p:cNvPr id="70895" name="Rectangle 214">
                      <a:extLst>
                        <a:ext uri="{FF2B5EF4-FFF2-40B4-BE49-F238E27FC236}">
                          <a16:creationId xmlns:a16="http://schemas.microsoft.com/office/drawing/2014/main" id="{C19BD020-920D-409B-8DFF-B852819B7BE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8" y="515"/>
                      <a:ext cx="193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96" name="Text Box 215">
                      <a:extLst>
                        <a:ext uri="{FF2B5EF4-FFF2-40B4-BE49-F238E27FC236}">
                          <a16:creationId xmlns:a16="http://schemas.microsoft.com/office/drawing/2014/main" id="{F443C258-D68B-4A89-97C8-CB3BD2CD089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1" y="624"/>
                      <a:ext cx="287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endParaRPr>
                    </a:p>
                  </p:txBody>
                </p:sp>
              </p:grpSp>
              <p:grpSp>
                <p:nvGrpSpPr>
                  <p:cNvPr id="70850" name="Group 216">
                    <a:extLst>
                      <a:ext uri="{FF2B5EF4-FFF2-40B4-BE49-F238E27FC236}">
                        <a16:creationId xmlns:a16="http://schemas.microsoft.com/office/drawing/2014/main" id="{A5B1DF7B-B550-44BE-9C7A-E2CA893B83A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072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93" name="Rectangle 217">
                      <a:extLst>
                        <a:ext uri="{FF2B5EF4-FFF2-40B4-BE49-F238E27FC236}">
                          <a16:creationId xmlns:a16="http://schemas.microsoft.com/office/drawing/2014/main" id="{F34A4738-1A06-4C1B-BA03-03416BDD84A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94" name="Text Box 218">
                      <a:extLst>
                        <a:ext uri="{FF2B5EF4-FFF2-40B4-BE49-F238E27FC236}">
                          <a16:creationId xmlns:a16="http://schemas.microsoft.com/office/drawing/2014/main" id="{29EF25F2-60D9-4B99-8EF9-E941E574188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endParaRPr>
                    </a:p>
                  </p:txBody>
                </p:sp>
              </p:grpSp>
              <p:grpSp>
                <p:nvGrpSpPr>
                  <p:cNvPr id="70851" name="Group 219">
                    <a:extLst>
                      <a:ext uri="{FF2B5EF4-FFF2-40B4-BE49-F238E27FC236}">
                        <a16:creationId xmlns:a16="http://schemas.microsoft.com/office/drawing/2014/main" id="{E6011E4A-B599-4783-BE2E-D4AE89020D4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64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91" name="Rectangle 220">
                      <a:extLst>
                        <a:ext uri="{FF2B5EF4-FFF2-40B4-BE49-F238E27FC236}">
                          <a16:creationId xmlns:a16="http://schemas.microsoft.com/office/drawing/2014/main" id="{0FF8F530-4A84-4DA6-88C1-2E6D0272B25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92" name="Text Box 221">
                      <a:extLst>
                        <a:ext uri="{FF2B5EF4-FFF2-40B4-BE49-F238E27FC236}">
                          <a16:creationId xmlns:a16="http://schemas.microsoft.com/office/drawing/2014/main" id="{805BAED2-1872-4C51-A6E6-715088B8858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endParaRPr>
                    </a:p>
                  </p:txBody>
                </p:sp>
              </p:grpSp>
              <p:grpSp>
                <p:nvGrpSpPr>
                  <p:cNvPr id="70852" name="Group 222">
                    <a:extLst>
                      <a:ext uri="{FF2B5EF4-FFF2-40B4-BE49-F238E27FC236}">
                        <a16:creationId xmlns:a16="http://schemas.microsoft.com/office/drawing/2014/main" id="{924D82EE-CC89-4231-B8F6-1AF27DDD775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55" y="515"/>
                    <a:ext cx="288" cy="363"/>
                    <a:chOff x="2879" y="515"/>
                    <a:chExt cx="288" cy="363"/>
                  </a:xfrm>
                </p:grpSpPr>
                <p:sp>
                  <p:nvSpPr>
                    <p:cNvPr id="70889" name="Rectangle 223">
                      <a:extLst>
                        <a:ext uri="{FF2B5EF4-FFF2-40B4-BE49-F238E27FC236}">
                          <a16:creationId xmlns:a16="http://schemas.microsoft.com/office/drawing/2014/main" id="{9226A3AB-8D20-4B10-BAD0-208FCCC97A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8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90" name="Text Box 224">
                      <a:extLst>
                        <a:ext uri="{FF2B5EF4-FFF2-40B4-BE49-F238E27FC236}">
                          <a16:creationId xmlns:a16="http://schemas.microsoft.com/office/drawing/2014/main" id="{115DA911-757D-44FA-B4F5-F40C3190933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79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endParaRPr>
                    </a:p>
                  </p:txBody>
                </p:sp>
              </p:grpSp>
              <p:grpSp>
                <p:nvGrpSpPr>
                  <p:cNvPr id="70853" name="Group 225">
                    <a:extLst>
                      <a:ext uri="{FF2B5EF4-FFF2-40B4-BE49-F238E27FC236}">
                        <a16:creationId xmlns:a16="http://schemas.microsoft.com/office/drawing/2014/main" id="{6122CA81-5886-4881-B4A9-64E987E49A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9" y="515"/>
                    <a:ext cx="288" cy="363"/>
                    <a:chOff x="2881" y="515"/>
                    <a:chExt cx="288" cy="363"/>
                  </a:xfrm>
                </p:grpSpPr>
                <p:sp>
                  <p:nvSpPr>
                    <p:cNvPr id="70887" name="Rectangle 226">
                      <a:extLst>
                        <a:ext uri="{FF2B5EF4-FFF2-40B4-BE49-F238E27FC236}">
                          <a16:creationId xmlns:a16="http://schemas.microsoft.com/office/drawing/2014/main" id="{219523BD-5F4F-4667-8FE5-3D9EDDD2BE7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8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88" name="Text Box 227">
                      <a:extLst>
                        <a:ext uri="{FF2B5EF4-FFF2-40B4-BE49-F238E27FC236}">
                          <a16:creationId xmlns:a16="http://schemas.microsoft.com/office/drawing/2014/main" id="{F6632C16-9319-4B6E-93BE-1FAA163DAC3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1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endParaRPr>
                    </a:p>
                  </p:txBody>
                </p:sp>
              </p:grpSp>
              <p:grpSp>
                <p:nvGrpSpPr>
                  <p:cNvPr id="70854" name="Group 228">
                    <a:extLst>
                      <a:ext uri="{FF2B5EF4-FFF2-40B4-BE49-F238E27FC236}">
                        <a16:creationId xmlns:a16="http://schemas.microsoft.com/office/drawing/2014/main" id="{A3773326-B5CD-4AC1-8FAD-B6CDB3036A1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40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85" name="Rectangle 229">
                      <a:extLst>
                        <a:ext uri="{FF2B5EF4-FFF2-40B4-BE49-F238E27FC236}">
                          <a16:creationId xmlns:a16="http://schemas.microsoft.com/office/drawing/2014/main" id="{AED13A97-3A78-43D4-82DB-7442AFBB957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86" name="Text Box 230">
                      <a:extLst>
                        <a:ext uri="{FF2B5EF4-FFF2-40B4-BE49-F238E27FC236}">
                          <a16:creationId xmlns:a16="http://schemas.microsoft.com/office/drawing/2014/main" id="{2B89517F-0B29-4F78-B0AC-20CE957035E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endParaRPr>
                    </a:p>
                  </p:txBody>
                </p:sp>
              </p:grpSp>
              <p:grpSp>
                <p:nvGrpSpPr>
                  <p:cNvPr id="70855" name="Group 231">
                    <a:extLst>
                      <a:ext uri="{FF2B5EF4-FFF2-40B4-BE49-F238E27FC236}">
                        <a16:creationId xmlns:a16="http://schemas.microsoft.com/office/drawing/2014/main" id="{C87EC92E-0253-41FC-9445-980CBA49F91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32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83" name="Rectangle 232">
                      <a:extLst>
                        <a:ext uri="{FF2B5EF4-FFF2-40B4-BE49-F238E27FC236}">
                          <a16:creationId xmlns:a16="http://schemas.microsoft.com/office/drawing/2014/main" id="{E2E478DD-2A81-4B84-B30E-CB39863C80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84" name="Text Box 233">
                      <a:extLst>
                        <a:ext uri="{FF2B5EF4-FFF2-40B4-BE49-F238E27FC236}">
                          <a16:creationId xmlns:a16="http://schemas.microsoft.com/office/drawing/2014/main" id="{7E24969E-B78C-43F9-8F8C-AE2B790FAC8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856" name="Group 234">
                    <a:extLst>
                      <a:ext uri="{FF2B5EF4-FFF2-40B4-BE49-F238E27FC236}">
                        <a16:creationId xmlns:a16="http://schemas.microsoft.com/office/drawing/2014/main" id="{BDCF8B78-12CF-4B06-8C19-C36821FBCAE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224" y="515"/>
                    <a:ext cx="287" cy="363"/>
                    <a:chOff x="2880" y="515"/>
                    <a:chExt cx="287" cy="363"/>
                  </a:xfrm>
                </p:grpSpPr>
                <p:sp>
                  <p:nvSpPr>
                    <p:cNvPr id="70881" name="Rectangle 235">
                      <a:extLst>
                        <a:ext uri="{FF2B5EF4-FFF2-40B4-BE49-F238E27FC236}">
                          <a16:creationId xmlns:a16="http://schemas.microsoft.com/office/drawing/2014/main" id="{035CAC79-A3B3-47AD-8750-32655C9D6CA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7" y="515"/>
                      <a:ext cx="193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82" name="Text Box 236">
                      <a:extLst>
                        <a:ext uri="{FF2B5EF4-FFF2-40B4-BE49-F238E27FC236}">
                          <a16:creationId xmlns:a16="http://schemas.microsoft.com/office/drawing/2014/main" id="{EA2D4AF7-64E8-489B-8E25-8066C2250D1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7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endParaRPr>
                    </a:p>
                  </p:txBody>
                </p:sp>
              </p:grpSp>
              <p:grpSp>
                <p:nvGrpSpPr>
                  <p:cNvPr id="70857" name="Group 237">
                    <a:extLst>
                      <a:ext uri="{FF2B5EF4-FFF2-40B4-BE49-F238E27FC236}">
                        <a16:creationId xmlns:a16="http://schemas.microsoft.com/office/drawing/2014/main" id="{D0FD77F6-1330-46FB-A10A-D6EC3A4E959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416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79" name="Rectangle 238">
                      <a:extLst>
                        <a:ext uri="{FF2B5EF4-FFF2-40B4-BE49-F238E27FC236}">
                          <a16:creationId xmlns:a16="http://schemas.microsoft.com/office/drawing/2014/main" id="{1914F957-C0FF-4CB6-92D3-61212950C4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80" name="Text Box 239">
                      <a:extLst>
                        <a:ext uri="{FF2B5EF4-FFF2-40B4-BE49-F238E27FC236}">
                          <a16:creationId xmlns:a16="http://schemas.microsoft.com/office/drawing/2014/main" id="{8BBF949F-1B6C-4C7A-A49C-971ACE421F5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858" name="Group 240">
                    <a:extLst>
                      <a:ext uri="{FF2B5EF4-FFF2-40B4-BE49-F238E27FC236}">
                        <a16:creationId xmlns:a16="http://schemas.microsoft.com/office/drawing/2014/main" id="{47CF342D-1EFA-4F9D-B9DE-8D70F5AB12D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08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77" name="Rectangle 241">
                      <a:extLst>
                        <a:ext uri="{FF2B5EF4-FFF2-40B4-BE49-F238E27FC236}">
                          <a16:creationId xmlns:a16="http://schemas.microsoft.com/office/drawing/2014/main" id="{9A72B5D4-D1AD-4AA2-B0C0-51C4DACAD14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78" name="Text Box 242">
                      <a:extLst>
                        <a:ext uri="{FF2B5EF4-FFF2-40B4-BE49-F238E27FC236}">
                          <a16:creationId xmlns:a16="http://schemas.microsoft.com/office/drawing/2014/main" id="{E51560C9-0187-4C6D-9B03-E818A0ABF31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endParaRPr>
                    </a:p>
                  </p:txBody>
                </p:sp>
              </p:grpSp>
              <p:grpSp>
                <p:nvGrpSpPr>
                  <p:cNvPr id="70859" name="Group 243">
                    <a:extLst>
                      <a:ext uri="{FF2B5EF4-FFF2-40B4-BE49-F238E27FC236}">
                        <a16:creationId xmlns:a16="http://schemas.microsoft.com/office/drawing/2014/main" id="{BFE89F19-A569-415E-8F13-61D12F1AACC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800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75" name="Rectangle 244">
                      <a:extLst>
                        <a:ext uri="{FF2B5EF4-FFF2-40B4-BE49-F238E27FC236}">
                          <a16:creationId xmlns:a16="http://schemas.microsoft.com/office/drawing/2014/main" id="{27FCC2D7-AF9A-4EF0-8A25-91A3F2D84CF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76" name="Text Box 245">
                      <a:extLst>
                        <a:ext uri="{FF2B5EF4-FFF2-40B4-BE49-F238E27FC236}">
                          <a16:creationId xmlns:a16="http://schemas.microsoft.com/office/drawing/2014/main" id="{03A5F472-77F8-499A-BAB4-F79B8C528CD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860" name="Group 246">
                    <a:extLst>
                      <a:ext uri="{FF2B5EF4-FFF2-40B4-BE49-F238E27FC236}">
                        <a16:creationId xmlns:a16="http://schemas.microsoft.com/office/drawing/2014/main" id="{168D30E5-AF3C-4E85-A24F-D5AE7F6F95F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93" y="515"/>
                    <a:ext cx="287" cy="363"/>
                    <a:chOff x="2881" y="515"/>
                    <a:chExt cx="287" cy="363"/>
                  </a:xfrm>
                </p:grpSpPr>
                <p:sp>
                  <p:nvSpPr>
                    <p:cNvPr id="70873" name="Rectangle 247">
                      <a:extLst>
                        <a:ext uri="{FF2B5EF4-FFF2-40B4-BE49-F238E27FC236}">
                          <a16:creationId xmlns:a16="http://schemas.microsoft.com/office/drawing/2014/main" id="{0994D64E-E3A3-4BC1-A7E8-6200F2B168A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8" y="515"/>
                      <a:ext cx="193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74" name="Text Box 248">
                      <a:extLst>
                        <a:ext uri="{FF2B5EF4-FFF2-40B4-BE49-F238E27FC236}">
                          <a16:creationId xmlns:a16="http://schemas.microsoft.com/office/drawing/2014/main" id="{2DFD7F08-7E78-4D3B-9A30-37E2F9EE0EB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1" y="624"/>
                      <a:ext cx="287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RF</a:t>
                      </a:r>
                    </a:p>
                  </p:txBody>
                </p:sp>
              </p:grpSp>
              <p:grpSp>
                <p:nvGrpSpPr>
                  <p:cNvPr id="70861" name="Group 249">
                    <a:extLst>
                      <a:ext uri="{FF2B5EF4-FFF2-40B4-BE49-F238E27FC236}">
                        <a16:creationId xmlns:a16="http://schemas.microsoft.com/office/drawing/2014/main" id="{88989F5F-5836-4DDD-B566-C6D56BF3CC0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88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71" name="Rectangle 250">
                      <a:extLst>
                        <a:ext uri="{FF2B5EF4-FFF2-40B4-BE49-F238E27FC236}">
                          <a16:creationId xmlns:a16="http://schemas.microsoft.com/office/drawing/2014/main" id="{926BF75E-DAAF-4A64-BE45-603DE458F7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72" name="Text Box 251">
                      <a:extLst>
                        <a:ext uri="{FF2B5EF4-FFF2-40B4-BE49-F238E27FC236}">
                          <a16:creationId xmlns:a16="http://schemas.microsoft.com/office/drawing/2014/main" id="{649603B6-3E56-4278-9BD1-C4E12EAA9DD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862" name="Group 252">
                    <a:extLst>
                      <a:ext uri="{FF2B5EF4-FFF2-40B4-BE49-F238E27FC236}">
                        <a16:creationId xmlns:a16="http://schemas.microsoft.com/office/drawing/2014/main" id="{CD0CAA7F-B0ED-4F11-A8F4-FB6DF5BE4BD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496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69" name="Rectangle 253">
                      <a:extLst>
                        <a:ext uri="{FF2B5EF4-FFF2-40B4-BE49-F238E27FC236}">
                          <a16:creationId xmlns:a16="http://schemas.microsoft.com/office/drawing/2014/main" id="{C7D4EF8B-9A0F-408C-B5FB-FCC85D15E09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70" name="Text Box 254">
                      <a:extLst>
                        <a:ext uri="{FF2B5EF4-FFF2-40B4-BE49-F238E27FC236}">
                          <a16:creationId xmlns:a16="http://schemas.microsoft.com/office/drawing/2014/main" id="{9F956C98-75A6-46CC-9677-7A5A7B86A5B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863" name="Group 255">
                    <a:extLst>
                      <a:ext uri="{FF2B5EF4-FFF2-40B4-BE49-F238E27FC236}">
                        <a16:creationId xmlns:a16="http://schemas.microsoft.com/office/drawing/2014/main" id="{86821ECA-D597-47CD-9F29-3A8167CE205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04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67" name="Rectangle 256">
                      <a:extLst>
                        <a:ext uri="{FF2B5EF4-FFF2-40B4-BE49-F238E27FC236}">
                          <a16:creationId xmlns:a16="http://schemas.microsoft.com/office/drawing/2014/main" id="{7AEE7E29-AE64-4D3B-A01F-49622FC1D53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68" name="Text Box 257">
                      <a:extLst>
                        <a:ext uri="{FF2B5EF4-FFF2-40B4-BE49-F238E27FC236}">
                          <a16:creationId xmlns:a16="http://schemas.microsoft.com/office/drawing/2014/main" id="{1B5A5D83-9D2E-4503-8926-0170169297A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  <p:grpSp>
                <p:nvGrpSpPr>
                  <p:cNvPr id="70864" name="Group 258">
                    <a:extLst>
                      <a:ext uri="{FF2B5EF4-FFF2-40B4-BE49-F238E27FC236}">
                        <a16:creationId xmlns:a16="http://schemas.microsoft.com/office/drawing/2014/main" id="{B48EC8BD-668F-478F-B3D4-5031994BDD9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12" y="515"/>
                    <a:ext cx="288" cy="363"/>
                    <a:chOff x="2880" y="515"/>
                    <a:chExt cx="288" cy="363"/>
                  </a:xfrm>
                </p:grpSpPr>
                <p:sp>
                  <p:nvSpPr>
                    <p:cNvPr id="70865" name="Rectangle 259">
                      <a:extLst>
                        <a:ext uri="{FF2B5EF4-FFF2-40B4-BE49-F238E27FC236}">
                          <a16:creationId xmlns:a16="http://schemas.microsoft.com/office/drawing/2014/main" id="{720FFF05-FD82-4DB5-ADB0-A57B4111F7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9" y="515"/>
                      <a:ext cx="192" cy="363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anchor="ctr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866" name="Text Box 260">
                      <a:extLst>
                        <a:ext uri="{FF2B5EF4-FFF2-40B4-BE49-F238E27FC236}">
                          <a16:creationId xmlns:a16="http://schemas.microsoft.com/office/drawing/2014/main" id="{81FA6819-701A-4B64-B637-9783B9E650D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80" y="624"/>
                      <a:ext cx="288" cy="187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p:txBody>
                </p:sp>
              </p:grpSp>
            </p:grpSp>
            <p:grpSp>
              <p:nvGrpSpPr>
                <p:cNvPr id="70797" name="Group 261">
                  <a:extLst>
                    <a:ext uri="{FF2B5EF4-FFF2-40B4-BE49-F238E27FC236}">
                      <a16:creationId xmlns:a16="http://schemas.microsoft.com/office/drawing/2014/main" id="{434D65DB-F925-472A-AB1A-6BB8707082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50" y="3010"/>
                  <a:ext cx="2740" cy="364"/>
                  <a:chOff x="2850" y="3010"/>
                  <a:chExt cx="2740" cy="364"/>
                </a:xfrm>
              </p:grpSpPr>
              <p:grpSp>
                <p:nvGrpSpPr>
                  <p:cNvPr id="70798" name="Group 262">
                    <a:extLst>
                      <a:ext uri="{FF2B5EF4-FFF2-40B4-BE49-F238E27FC236}">
                        <a16:creationId xmlns:a16="http://schemas.microsoft.com/office/drawing/2014/main" id="{FD6B7582-903E-4FCE-88B4-AC0F036EDD3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50" y="3010"/>
                    <a:ext cx="2740" cy="364"/>
                    <a:chOff x="2112" y="514"/>
                    <a:chExt cx="3168" cy="364"/>
                  </a:xfrm>
                </p:grpSpPr>
                <p:grpSp>
                  <p:nvGrpSpPr>
                    <p:cNvPr id="70801" name="Group 263">
                      <a:extLst>
                        <a:ext uri="{FF2B5EF4-FFF2-40B4-BE49-F238E27FC236}">
                          <a16:creationId xmlns:a16="http://schemas.microsoft.com/office/drawing/2014/main" id="{60444A9C-372B-44D0-92AC-698528B51DC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1" y="515"/>
                      <a:ext cx="287" cy="363"/>
                      <a:chOff x="2881" y="515"/>
                      <a:chExt cx="287" cy="363"/>
                    </a:xfrm>
                  </p:grpSpPr>
                  <p:sp>
                    <p:nvSpPr>
                      <p:cNvPr id="70847" name="Rectangle 264">
                        <a:extLst>
                          <a:ext uri="{FF2B5EF4-FFF2-40B4-BE49-F238E27FC236}">
                            <a16:creationId xmlns:a16="http://schemas.microsoft.com/office/drawing/2014/main" id="{4E9B2AAD-8F9D-4553-8CD4-0AC5792AE2D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8" y="515"/>
                        <a:ext cx="193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48" name="Text Box 265">
                        <a:extLst>
                          <a:ext uri="{FF2B5EF4-FFF2-40B4-BE49-F238E27FC236}">
                            <a16:creationId xmlns:a16="http://schemas.microsoft.com/office/drawing/2014/main" id="{D2C15386-248B-45CD-BD28-997318CA914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1" y="624"/>
                        <a:ext cx="287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</a:rPr>
                          <a:t>OF</a:t>
                        </a:r>
                      </a:p>
                    </p:txBody>
                  </p:sp>
                </p:grpSp>
                <p:grpSp>
                  <p:nvGrpSpPr>
                    <p:cNvPr id="70802" name="Group 266">
                      <a:extLst>
                        <a:ext uri="{FF2B5EF4-FFF2-40B4-BE49-F238E27FC236}">
                          <a16:creationId xmlns:a16="http://schemas.microsoft.com/office/drawing/2014/main" id="{49C7E5CE-F1A5-4BF8-ADC3-1965683D5E1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72" y="515"/>
                      <a:ext cx="288" cy="363"/>
                      <a:chOff x="2880" y="515"/>
                      <a:chExt cx="288" cy="363"/>
                    </a:xfrm>
                  </p:grpSpPr>
                  <p:sp>
                    <p:nvSpPr>
                      <p:cNvPr id="70845" name="Rectangle 267">
                        <a:extLst>
                          <a:ext uri="{FF2B5EF4-FFF2-40B4-BE49-F238E27FC236}">
                            <a16:creationId xmlns:a16="http://schemas.microsoft.com/office/drawing/2014/main" id="{2E6B284F-7358-4597-BD23-B02ED591B6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46" name="Text Box 268">
                        <a:extLst>
                          <a:ext uri="{FF2B5EF4-FFF2-40B4-BE49-F238E27FC236}">
                            <a16:creationId xmlns:a16="http://schemas.microsoft.com/office/drawing/2014/main" id="{7DF86DD4-FB65-4FDD-91C7-C22A7C9C1BA3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</a:rPr>
                          <a:t>DF</a:t>
                        </a:r>
                      </a:p>
                    </p:txBody>
                  </p:sp>
                </p:grpSp>
                <p:grpSp>
                  <p:nvGrpSpPr>
                    <p:cNvPr id="70803" name="Group 269">
                      <a:extLst>
                        <a:ext uri="{FF2B5EF4-FFF2-40B4-BE49-F238E27FC236}">
                          <a16:creationId xmlns:a16="http://schemas.microsoft.com/office/drawing/2014/main" id="{C3045E9F-E372-485A-AB86-0CB71CC2D7B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64" y="515"/>
                      <a:ext cx="288" cy="363"/>
                      <a:chOff x="2880" y="515"/>
                      <a:chExt cx="288" cy="363"/>
                    </a:xfrm>
                  </p:grpSpPr>
                  <p:sp>
                    <p:nvSpPr>
                      <p:cNvPr id="70843" name="Rectangle 270">
                        <a:extLst>
                          <a:ext uri="{FF2B5EF4-FFF2-40B4-BE49-F238E27FC236}">
                            <a16:creationId xmlns:a16="http://schemas.microsoft.com/office/drawing/2014/main" id="{CA34FBEF-726C-4F7D-B6D5-8CC04DBD8CA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44" name="Text Box 271">
                        <a:extLst>
                          <a:ext uri="{FF2B5EF4-FFF2-40B4-BE49-F238E27FC236}">
                            <a16:creationId xmlns:a16="http://schemas.microsoft.com/office/drawing/2014/main" id="{69D145D6-8B83-4F3F-9985-22ED251473B3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</a:rPr>
                          <a:t>IF</a:t>
                        </a:r>
                      </a:p>
                    </p:txBody>
                  </p:sp>
                </p:grpSp>
                <p:grpSp>
                  <p:nvGrpSpPr>
                    <p:cNvPr id="70804" name="Group 272">
                      <a:extLst>
                        <a:ext uri="{FF2B5EF4-FFF2-40B4-BE49-F238E27FC236}">
                          <a16:creationId xmlns:a16="http://schemas.microsoft.com/office/drawing/2014/main" id="{547EA745-C060-446E-AEC5-92F3EB8D853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455" y="515"/>
                      <a:ext cx="288" cy="363"/>
                      <a:chOff x="2879" y="515"/>
                      <a:chExt cx="288" cy="363"/>
                    </a:xfrm>
                  </p:grpSpPr>
                  <p:sp>
                    <p:nvSpPr>
                      <p:cNvPr id="70841" name="Rectangle 273">
                        <a:extLst>
                          <a:ext uri="{FF2B5EF4-FFF2-40B4-BE49-F238E27FC236}">
                            <a16:creationId xmlns:a16="http://schemas.microsoft.com/office/drawing/2014/main" id="{C0F59623-3E62-479B-B9E7-2B156584144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8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42" name="Text Box 274">
                        <a:extLst>
                          <a:ext uri="{FF2B5EF4-FFF2-40B4-BE49-F238E27FC236}">
                            <a16:creationId xmlns:a16="http://schemas.microsoft.com/office/drawing/2014/main" id="{35183CB8-18D7-40D1-A920-362D68502AF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79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</a:rPr>
                          <a:t>TF</a:t>
                        </a:r>
                      </a:p>
                    </p:txBody>
                  </p:sp>
                </p:grpSp>
                <p:grpSp>
                  <p:nvGrpSpPr>
                    <p:cNvPr id="70805" name="Group 275">
                      <a:extLst>
                        <a:ext uri="{FF2B5EF4-FFF2-40B4-BE49-F238E27FC236}">
                          <a16:creationId xmlns:a16="http://schemas.microsoft.com/office/drawing/2014/main" id="{C7CF05E0-EBB4-4481-96AE-202946E95DB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49" y="515"/>
                      <a:ext cx="288" cy="363"/>
                      <a:chOff x="2881" y="515"/>
                      <a:chExt cx="288" cy="363"/>
                    </a:xfrm>
                  </p:grpSpPr>
                  <p:sp>
                    <p:nvSpPr>
                      <p:cNvPr id="70839" name="Rectangle 276">
                        <a:extLst>
                          <a:ext uri="{FF2B5EF4-FFF2-40B4-BE49-F238E27FC236}">
                            <a16:creationId xmlns:a16="http://schemas.microsoft.com/office/drawing/2014/main" id="{9EB4A219-B3C0-48A2-973C-5AA0244D028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8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40" name="Text Box 277">
                        <a:extLst>
                          <a:ext uri="{FF2B5EF4-FFF2-40B4-BE49-F238E27FC236}">
                            <a16:creationId xmlns:a16="http://schemas.microsoft.com/office/drawing/2014/main" id="{55D06216-E68C-4793-B583-7F67E5042742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1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</a:rPr>
                          <a:t>SF</a:t>
                        </a:r>
                      </a:p>
                    </p:txBody>
                  </p:sp>
                </p:grpSp>
                <p:grpSp>
                  <p:nvGrpSpPr>
                    <p:cNvPr id="70806" name="Group 278">
                      <a:extLst>
                        <a:ext uri="{FF2B5EF4-FFF2-40B4-BE49-F238E27FC236}">
                          <a16:creationId xmlns:a16="http://schemas.microsoft.com/office/drawing/2014/main" id="{3B91A610-FF7C-42BC-9C9B-9DCA3B1C0CB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840" y="515"/>
                      <a:ext cx="288" cy="363"/>
                      <a:chOff x="2880" y="515"/>
                      <a:chExt cx="288" cy="363"/>
                    </a:xfrm>
                  </p:grpSpPr>
                  <p:sp>
                    <p:nvSpPr>
                      <p:cNvPr id="70837" name="Rectangle 279">
                        <a:extLst>
                          <a:ext uri="{FF2B5EF4-FFF2-40B4-BE49-F238E27FC236}">
                            <a16:creationId xmlns:a16="http://schemas.microsoft.com/office/drawing/2014/main" id="{AB431113-7F27-4BD4-A245-103608E7D9C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38" name="Text Box 280">
                        <a:extLst>
                          <a:ext uri="{FF2B5EF4-FFF2-40B4-BE49-F238E27FC236}">
                            <a16:creationId xmlns:a16="http://schemas.microsoft.com/office/drawing/2014/main" id="{D38AE168-AC90-4827-B827-0C0014D9C91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</a:rPr>
                          <a:t>ZF</a:t>
                        </a:r>
                      </a:p>
                    </p:txBody>
                  </p:sp>
                </p:grpSp>
                <p:grpSp>
                  <p:nvGrpSpPr>
                    <p:cNvPr id="70807" name="Group 281">
                      <a:extLst>
                        <a:ext uri="{FF2B5EF4-FFF2-40B4-BE49-F238E27FC236}">
                          <a16:creationId xmlns:a16="http://schemas.microsoft.com/office/drawing/2014/main" id="{94AB5F00-14BB-4938-8475-4F762B21C39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32" y="515"/>
                      <a:ext cx="288" cy="363"/>
                      <a:chOff x="2880" y="515"/>
                      <a:chExt cx="288" cy="363"/>
                    </a:xfrm>
                  </p:grpSpPr>
                  <p:sp>
                    <p:nvSpPr>
                      <p:cNvPr id="70835" name="Rectangle 282">
                        <a:extLst>
                          <a:ext uri="{FF2B5EF4-FFF2-40B4-BE49-F238E27FC236}">
                            <a16:creationId xmlns:a16="http://schemas.microsoft.com/office/drawing/2014/main" id="{E3A0DD96-6383-4820-B1A1-C4AA479A0AB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36" name="Text Box 283">
                        <a:extLst>
                          <a:ext uri="{FF2B5EF4-FFF2-40B4-BE49-F238E27FC236}">
                            <a16:creationId xmlns:a16="http://schemas.microsoft.com/office/drawing/2014/main" id="{67BE4D10-77FF-490B-A453-A234672ED9D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808" name="Group 284">
                      <a:extLst>
                        <a:ext uri="{FF2B5EF4-FFF2-40B4-BE49-F238E27FC236}">
                          <a16:creationId xmlns:a16="http://schemas.microsoft.com/office/drawing/2014/main" id="{AF181EF3-0165-4D31-BF0E-2A1E3A5283E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24" y="515"/>
                      <a:ext cx="287" cy="363"/>
                      <a:chOff x="2880" y="515"/>
                      <a:chExt cx="287" cy="363"/>
                    </a:xfrm>
                  </p:grpSpPr>
                  <p:sp>
                    <p:nvSpPr>
                      <p:cNvPr id="70833" name="Rectangle 285">
                        <a:extLst>
                          <a:ext uri="{FF2B5EF4-FFF2-40B4-BE49-F238E27FC236}">
                            <a16:creationId xmlns:a16="http://schemas.microsoft.com/office/drawing/2014/main" id="{BDF125EB-C441-4FB8-8674-8865392FE1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7" y="515"/>
                        <a:ext cx="193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34" name="Text Box 286">
                        <a:extLst>
                          <a:ext uri="{FF2B5EF4-FFF2-40B4-BE49-F238E27FC236}">
                            <a16:creationId xmlns:a16="http://schemas.microsoft.com/office/drawing/2014/main" id="{65420A43-AA04-4D88-97E5-71F5C659A3C8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7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</a:rPr>
                          <a:t>AF</a:t>
                        </a:r>
                      </a:p>
                    </p:txBody>
                  </p:sp>
                </p:grpSp>
                <p:grpSp>
                  <p:nvGrpSpPr>
                    <p:cNvPr id="70809" name="Group 287">
                      <a:extLst>
                        <a:ext uri="{FF2B5EF4-FFF2-40B4-BE49-F238E27FC236}">
                          <a16:creationId xmlns:a16="http://schemas.microsoft.com/office/drawing/2014/main" id="{DEB929D1-7C73-4D8F-8DF0-046A789C089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16" y="515"/>
                      <a:ext cx="288" cy="363"/>
                      <a:chOff x="2880" y="515"/>
                      <a:chExt cx="288" cy="363"/>
                    </a:xfrm>
                  </p:grpSpPr>
                  <p:sp>
                    <p:nvSpPr>
                      <p:cNvPr id="70831" name="Rectangle 288">
                        <a:extLst>
                          <a:ext uri="{FF2B5EF4-FFF2-40B4-BE49-F238E27FC236}">
                            <a16:creationId xmlns:a16="http://schemas.microsoft.com/office/drawing/2014/main" id="{969B66E1-DFD5-46E5-AA04-B308351708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32" name="Text Box 289">
                        <a:extLst>
                          <a:ext uri="{FF2B5EF4-FFF2-40B4-BE49-F238E27FC236}">
                            <a16:creationId xmlns:a16="http://schemas.microsoft.com/office/drawing/2014/main" id="{2176CFE9-438F-4991-889F-15E054B13A60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810" name="Group 290">
                      <a:extLst>
                        <a:ext uri="{FF2B5EF4-FFF2-40B4-BE49-F238E27FC236}">
                          <a16:creationId xmlns:a16="http://schemas.microsoft.com/office/drawing/2014/main" id="{1EB33670-021C-42FF-ACA4-11331672603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08" y="515"/>
                      <a:ext cx="288" cy="363"/>
                      <a:chOff x="2880" y="515"/>
                      <a:chExt cx="288" cy="363"/>
                    </a:xfrm>
                  </p:grpSpPr>
                  <p:sp>
                    <p:nvSpPr>
                      <p:cNvPr id="70829" name="Rectangle 291">
                        <a:extLst>
                          <a:ext uri="{FF2B5EF4-FFF2-40B4-BE49-F238E27FC236}">
                            <a16:creationId xmlns:a16="http://schemas.microsoft.com/office/drawing/2014/main" id="{1206FFD2-F681-4360-A510-E1A2DACE49C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30" name="Text Box 292">
                        <a:extLst>
                          <a:ext uri="{FF2B5EF4-FFF2-40B4-BE49-F238E27FC236}">
                            <a16:creationId xmlns:a16="http://schemas.microsoft.com/office/drawing/2014/main" id="{ACC7A0C8-C777-432C-AC12-A3AF9D63CB52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</a:rPr>
                          <a:t>PF</a:t>
                        </a:r>
                      </a:p>
                    </p:txBody>
                  </p:sp>
                </p:grpSp>
                <p:grpSp>
                  <p:nvGrpSpPr>
                    <p:cNvPr id="70811" name="Group 293">
                      <a:extLst>
                        <a:ext uri="{FF2B5EF4-FFF2-40B4-BE49-F238E27FC236}">
                          <a16:creationId xmlns:a16="http://schemas.microsoft.com/office/drawing/2014/main" id="{78B8FE5A-C86E-409D-B8A5-779B65FB7B9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00" y="515"/>
                      <a:ext cx="288" cy="363"/>
                      <a:chOff x="2880" y="515"/>
                      <a:chExt cx="288" cy="363"/>
                    </a:xfrm>
                  </p:grpSpPr>
                  <p:sp>
                    <p:nvSpPr>
                      <p:cNvPr id="70827" name="Rectangle 294">
                        <a:extLst>
                          <a:ext uri="{FF2B5EF4-FFF2-40B4-BE49-F238E27FC236}">
                            <a16:creationId xmlns:a16="http://schemas.microsoft.com/office/drawing/2014/main" id="{BF195FB1-73FC-41F2-83F6-8642A6EA75A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28" name="Text Box 295">
                        <a:extLst>
                          <a:ext uri="{FF2B5EF4-FFF2-40B4-BE49-F238E27FC236}">
                            <a16:creationId xmlns:a16="http://schemas.microsoft.com/office/drawing/2014/main" id="{3AE3A8CE-F89C-4657-9FDF-B8A48E68360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812" name="Group 296">
                      <a:extLst>
                        <a:ext uri="{FF2B5EF4-FFF2-40B4-BE49-F238E27FC236}">
                          <a16:creationId xmlns:a16="http://schemas.microsoft.com/office/drawing/2014/main" id="{FC3AE8B2-D063-4686-97DD-2C9172D3109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993" y="515"/>
                      <a:ext cx="287" cy="363"/>
                      <a:chOff x="2881" y="515"/>
                      <a:chExt cx="287" cy="363"/>
                    </a:xfrm>
                  </p:grpSpPr>
                  <p:sp>
                    <p:nvSpPr>
                      <p:cNvPr id="70825" name="Rectangle 297">
                        <a:extLst>
                          <a:ext uri="{FF2B5EF4-FFF2-40B4-BE49-F238E27FC236}">
                            <a16:creationId xmlns:a16="http://schemas.microsoft.com/office/drawing/2014/main" id="{1117A02A-1B81-4CB7-9C12-B46ECB6582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8" y="515"/>
                        <a:ext cx="193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26" name="Text Box 298">
                        <a:extLst>
                          <a:ext uri="{FF2B5EF4-FFF2-40B4-BE49-F238E27FC236}">
                            <a16:creationId xmlns:a16="http://schemas.microsoft.com/office/drawing/2014/main" id="{90E9C25F-1DDD-4F3E-8F0E-4767AE4AA6B3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1" y="624"/>
                        <a:ext cx="287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</a:rPr>
                          <a:t>CF</a:t>
                        </a:r>
                      </a:p>
                    </p:txBody>
                  </p:sp>
                </p:grpSp>
                <p:grpSp>
                  <p:nvGrpSpPr>
                    <p:cNvPr id="70813" name="Group 299">
                      <a:extLst>
                        <a:ext uri="{FF2B5EF4-FFF2-40B4-BE49-F238E27FC236}">
                          <a16:creationId xmlns:a16="http://schemas.microsoft.com/office/drawing/2014/main" id="{F61C2712-37DE-4CD9-9F0E-93BDFD33E70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88" y="515"/>
                      <a:ext cx="288" cy="363"/>
                      <a:chOff x="2880" y="515"/>
                      <a:chExt cx="288" cy="363"/>
                    </a:xfrm>
                  </p:grpSpPr>
                  <p:sp>
                    <p:nvSpPr>
                      <p:cNvPr id="70823" name="Rectangle 300">
                        <a:extLst>
                          <a:ext uri="{FF2B5EF4-FFF2-40B4-BE49-F238E27FC236}">
                            <a16:creationId xmlns:a16="http://schemas.microsoft.com/office/drawing/2014/main" id="{6CA7A150-D22B-4CBA-8C1E-A3C4B4B50FC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24" name="Text Box 301">
                        <a:extLst>
                          <a:ext uri="{FF2B5EF4-FFF2-40B4-BE49-F238E27FC236}">
                            <a16:creationId xmlns:a16="http://schemas.microsoft.com/office/drawing/2014/main" id="{7E4BC332-EDDC-4655-95F3-0FBB560C51F1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814" name="Group 302">
                      <a:extLst>
                        <a:ext uri="{FF2B5EF4-FFF2-40B4-BE49-F238E27FC236}">
                          <a16:creationId xmlns:a16="http://schemas.microsoft.com/office/drawing/2014/main" id="{FE785FDB-6027-44BA-83F0-9B5B398538A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96" y="515"/>
                      <a:ext cx="288" cy="363"/>
                      <a:chOff x="2880" y="515"/>
                      <a:chExt cx="288" cy="363"/>
                    </a:xfrm>
                  </p:grpSpPr>
                  <p:sp>
                    <p:nvSpPr>
                      <p:cNvPr id="70821" name="Rectangle 303">
                        <a:extLst>
                          <a:ext uri="{FF2B5EF4-FFF2-40B4-BE49-F238E27FC236}">
                            <a16:creationId xmlns:a16="http://schemas.microsoft.com/office/drawing/2014/main" id="{4DC060DB-528F-4B68-968F-00AA631286B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22" name="Text Box 304">
                        <a:extLst>
                          <a:ext uri="{FF2B5EF4-FFF2-40B4-BE49-F238E27FC236}">
                            <a16:creationId xmlns:a16="http://schemas.microsoft.com/office/drawing/2014/main" id="{D6B005B7-0F2C-4242-92ED-C9F0DC5792C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815" name="Group 305">
                      <a:extLst>
                        <a:ext uri="{FF2B5EF4-FFF2-40B4-BE49-F238E27FC236}">
                          <a16:creationId xmlns:a16="http://schemas.microsoft.com/office/drawing/2014/main" id="{FE6371B9-1623-485D-92EC-CE205B3B91D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304" y="515"/>
                      <a:ext cx="288" cy="363"/>
                      <a:chOff x="2880" y="515"/>
                      <a:chExt cx="288" cy="363"/>
                    </a:xfrm>
                  </p:grpSpPr>
                  <p:sp>
                    <p:nvSpPr>
                      <p:cNvPr id="70819" name="Rectangle 306">
                        <a:extLst>
                          <a:ext uri="{FF2B5EF4-FFF2-40B4-BE49-F238E27FC236}">
                            <a16:creationId xmlns:a16="http://schemas.microsoft.com/office/drawing/2014/main" id="{A392D2F2-EE61-4EE2-B72C-309AEEBC52C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5"/>
                        <a:ext cx="192" cy="3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20" name="Text Box 307">
                        <a:extLst>
                          <a:ext uri="{FF2B5EF4-FFF2-40B4-BE49-F238E27FC236}">
                            <a16:creationId xmlns:a16="http://schemas.microsoft.com/office/drawing/2014/main" id="{E01D12C1-52BA-4D25-8990-4E1774576AEE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816" name="Group 308">
                      <a:extLst>
                        <a:ext uri="{FF2B5EF4-FFF2-40B4-BE49-F238E27FC236}">
                          <a16:creationId xmlns:a16="http://schemas.microsoft.com/office/drawing/2014/main" id="{6C6EB6B1-1054-4525-8312-61DF8E9B163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12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817" name="Rectangle 309">
                        <a:extLst>
                          <a:ext uri="{FF2B5EF4-FFF2-40B4-BE49-F238E27FC236}">
                            <a16:creationId xmlns:a16="http://schemas.microsoft.com/office/drawing/2014/main" id="{18D5EF21-B419-4F81-B68F-6A2B321AC44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818" name="Text Box 310">
                        <a:extLst>
                          <a:ext uri="{FF2B5EF4-FFF2-40B4-BE49-F238E27FC236}">
                            <a16:creationId xmlns:a16="http://schemas.microsoft.com/office/drawing/2014/main" id="{C7DDD2CC-D768-4AC7-818D-6FAD762E9E37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</p:grpSp>
              <p:sp>
                <p:nvSpPr>
                  <p:cNvPr id="70799" name="Rectangle 311">
                    <a:extLst>
                      <a:ext uri="{FF2B5EF4-FFF2-40B4-BE49-F238E27FC236}">
                        <a16:creationId xmlns:a16="http://schemas.microsoft.com/office/drawing/2014/main" id="{D9CE0633-AED8-4EA4-BFF2-9F704204C8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3120"/>
                    <a:ext cx="348" cy="188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rPr>
                      <a:t>IOPL</a:t>
                    </a:r>
                  </a:p>
                </p:txBody>
              </p:sp>
              <p:sp>
                <p:nvSpPr>
                  <p:cNvPr id="70800" name="Rectangle 312">
                    <a:extLst>
                      <a:ext uri="{FF2B5EF4-FFF2-40B4-BE49-F238E27FC236}">
                        <a16:creationId xmlns:a16="http://schemas.microsoft.com/office/drawing/2014/main" id="{7BE9F99D-CA54-4571-BDE1-C42843B893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3120"/>
                    <a:ext cx="232" cy="188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 b="1">
                        <a:solidFill>
                          <a:srgbClr val="0000D6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200">
                        <a:solidFill>
                          <a:srgbClr val="000000"/>
                        </a:solidFill>
                        <a:latin typeface="Lucida Console" panose="020B0609040504020204" pitchFamily="49" charset="0"/>
                      </a:rPr>
                      <a:t>NT</a:t>
                    </a:r>
                  </a:p>
                </p:txBody>
              </p:sp>
            </p:grpSp>
          </p:grpSp>
          <p:sp>
            <p:nvSpPr>
              <p:cNvPr id="70795" name="Rectangle 313">
                <a:extLst>
                  <a:ext uri="{FF2B5EF4-FFF2-40B4-BE49-F238E27FC236}">
                    <a16:creationId xmlns:a16="http://schemas.microsoft.com/office/drawing/2014/main" id="{D595129E-5A2A-4C70-8EAB-5244616562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6" y="3120"/>
                <a:ext cx="232" cy="188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Lucida Console" panose="020B0609040504020204" pitchFamily="49" charset="0"/>
                  </a:rPr>
                  <a:t>VM</a:t>
                </a:r>
              </a:p>
            </p:txBody>
          </p:sp>
        </p:grpSp>
        <p:sp>
          <p:nvSpPr>
            <p:cNvPr id="70679" name="Rectangle 314">
              <a:extLst>
                <a:ext uri="{FF2B5EF4-FFF2-40B4-BE49-F238E27FC236}">
                  <a16:creationId xmlns:a16="http://schemas.microsoft.com/office/drawing/2014/main" id="{315EA517-DFF3-47E6-B8F8-F3CB8BF0C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3124679"/>
              <a:ext cx="368300" cy="298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Lucida Console" panose="020B0609040504020204" pitchFamily="49" charset="0"/>
                </a:rPr>
                <a:t>AC</a:t>
              </a:r>
            </a:p>
          </p:txBody>
        </p:sp>
        <p:sp>
          <p:nvSpPr>
            <p:cNvPr id="70680" name="Rectangle 315">
              <a:extLst>
                <a:ext uri="{FF2B5EF4-FFF2-40B4-BE49-F238E27FC236}">
                  <a16:creationId xmlns:a16="http://schemas.microsoft.com/office/drawing/2014/main" id="{DEF90228-0907-4B9E-B49A-63EE6FC14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2743824"/>
              <a:ext cx="762000" cy="365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0000"/>
                  </a:solidFill>
                </a:rPr>
                <a:t> 80486</a:t>
              </a:r>
            </a:p>
          </p:txBody>
        </p:sp>
        <p:grpSp>
          <p:nvGrpSpPr>
            <p:cNvPr id="70681" name="Group 316">
              <a:extLst>
                <a:ext uri="{FF2B5EF4-FFF2-40B4-BE49-F238E27FC236}">
                  <a16:creationId xmlns:a16="http://schemas.microsoft.com/office/drawing/2014/main" id="{488D0E87-2BFC-446D-8F52-7E7567F866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963" y="3711575"/>
              <a:ext cx="8561388" cy="577850"/>
              <a:chOff x="131" y="2770"/>
              <a:chExt cx="5393" cy="364"/>
            </a:xfrm>
          </p:grpSpPr>
          <p:grpSp>
            <p:nvGrpSpPr>
              <p:cNvPr id="70689" name="Group 317">
                <a:extLst>
                  <a:ext uri="{FF2B5EF4-FFF2-40B4-BE49-F238E27FC236}">
                    <a16:creationId xmlns:a16="http://schemas.microsoft.com/office/drawing/2014/main" id="{20E45C41-A480-48C8-86F2-0C591058A6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1" y="2770"/>
                <a:ext cx="5393" cy="364"/>
                <a:chOff x="197" y="3010"/>
                <a:chExt cx="5393" cy="364"/>
              </a:xfrm>
            </p:grpSpPr>
            <p:grpSp>
              <p:nvGrpSpPr>
                <p:cNvPr id="70691" name="Group 318">
                  <a:extLst>
                    <a:ext uri="{FF2B5EF4-FFF2-40B4-BE49-F238E27FC236}">
                      <a16:creationId xmlns:a16="http://schemas.microsoft.com/office/drawing/2014/main" id="{3DCCD3C1-1DAE-440A-8927-59DBC364D9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" y="3010"/>
                  <a:ext cx="5393" cy="364"/>
                  <a:chOff x="197" y="3010"/>
                  <a:chExt cx="5393" cy="364"/>
                </a:xfrm>
              </p:grpSpPr>
              <p:grpSp>
                <p:nvGrpSpPr>
                  <p:cNvPr id="70693" name="Group 319">
                    <a:extLst>
                      <a:ext uri="{FF2B5EF4-FFF2-40B4-BE49-F238E27FC236}">
                        <a16:creationId xmlns:a16="http://schemas.microsoft.com/office/drawing/2014/main" id="{7778E030-FF7E-4A73-80F6-58C8CA5D205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" y="3010"/>
                    <a:ext cx="2740" cy="364"/>
                    <a:chOff x="2112" y="514"/>
                    <a:chExt cx="3168" cy="364"/>
                  </a:xfrm>
                </p:grpSpPr>
                <p:grpSp>
                  <p:nvGrpSpPr>
                    <p:cNvPr id="70746" name="Group 320">
                      <a:extLst>
                        <a:ext uri="{FF2B5EF4-FFF2-40B4-BE49-F238E27FC236}">
                          <a16:creationId xmlns:a16="http://schemas.microsoft.com/office/drawing/2014/main" id="{28C34F5F-C40B-4A35-9FEA-65E12614075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1" y="514"/>
                      <a:ext cx="287" cy="364"/>
                      <a:chOff x="2881" y="514"/>
                      <a:chExt cx="287" cy="364"/>
                    </a:xfrm>
                  </p:grpSpPr>
                  <p:sp>
                    <p:nvSpPr>
                      <p:cNvPr id="70792" name="Rectangle 321">
                        <a:extLst>
                          <a:ext uri="{FF2B5EF4-FFF2-40B4-BE49-F238E27FC236}">
                            <a16:creationId xmlns:a16="http://schemas.microsoft.com/office/drawing/2014/main" id="{9FC6F5CF-1BE5-4733-9F99-7F7FBCCCD91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8" y="514"/>
                        <a:ext cx="193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93" name="Text Box 322">
                        <a:extLst>
                          <a:ext uri="{FF2B5EF4-FFF2-40B4-BE49-F238E27FC236}">
                            <a16:creationId xmlns:a16="http://schemas.microsoft.com/office/drawing/2014/main" id="{54A697C5-4DA8-4ECB-ACD0-18E6FD45EB5E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1" y="624"/>
                        <a:ext cx="287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endParaRPr>
                      </a:p>
                    </p:txBody>
                  </p:sp>
                </p:grpSp>
                <p:grpSp>
                  <p:nvGrpSpPr>
                    <p:cNvPr id="70747" name="Group 323">
                      <a:extLst>
                        <a:ext uri="{FF2B5EF4-FFF2-40B4-BE49-F238E27FC236}">
                          <a16:creationId xmlns:a16="http://schemas.microsoft.com/office/drawing/2014/main" id="{4592F918-6092-4645-AFAB-49E978EC4E1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72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90" name="Rectangle 324">
                        <a:extLst>
                          <a:ext uri="{FF2B5EF4-FFF2-40B4-BE49-F238E27FC236}">
                            <a16:creationId xmlns:a16="http://schemas.microsoft.com/office/drawing/2014/main" id="{3807C139-EA9F-4099-B57F-8F9497F7F84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91" name="Text Box 325">
                        <a:extLst>
                          <a:ext uri="{FF2B5EF4-FFF2-40B4-BE49-F238E27FC236}">
                            <a16:creationId xmlns:a16="http://schemas.microsoft.com/office/drawing/2014/main" id="{F7F77D10-05DA-4989-8861-9520EDB1C275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endParaRPr>
                      </a:p>
                    </p:txBody>
                  </p:sp>
                </p:grpSp>
                <p:grpSp>
                  <p:nvGrpSpPr>
                    <p:cNvPr id="70748" name="Group 326">
                      <a:extLst>
                        <a:ext uri="{FF2B5EF4-FFF2-40B4-BE49-F238E27FC236}">
                          <a16:creationId xmlns:a16="http://schemas.microsoft.com/office/drawing/2014/main" id="{42801F1F-CBA4-4F4D-9C62-73C10FBDC79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64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88" name="Rectangle 327">
                        <a:extLst>
                          <a:ext uri="{FF2B5EF4-FFF2-40B4-BE49-F238E27FC236}">
                            <a16:creationId xmlns:a16="http://schemas.microsoft.com/office/drawing/2014/main" id="{83254C23-8545-49F3-9D39-96DE9D80868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89" name="Text Box 328">
                        <a:extLst>
                          <a:ext uri="{FF2B5EF4-FFF2-40B4-BE49-F238E27FC236}">
                            <a16:creationId xmlns:a16="http://schemas.microsoft.com/office/drawing/2014/main" id="{D84B5F43-12CE-4688-8BAC-67E830BC033D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endParaRPr>
                      </a:p>
                    </p:txBody>
                  </p:sp>
                </p:grpSp>
                <p:grpSp>
                  <p:nvGrpSpPr>
                    <p:cNvPr id="70749" name="Group 329">
                      <a:extLst>
                        <a:ext uri="{FF2B5EF4-FFF2-40B4-BE49-F238E27FC236}">
                          <a16:creationId xmlns:a16="http://schemas.microsoft.com/office/drawing/2014/main" id="{E3913B6C-FB0D-4DF0-AE25-AF882127390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455" y="514"/>
                      <a:ext cx="288" cy="364"/>
                      <a:chOff x="2879" y="514"/>
                      <a:chExt cx="288" cy="364"/>
                    </a:xfrm>
                  </p:grpSpPr>
                  <p:sp>
                    <p:nvSpPr>
                      <p:cNvPr id="70786" name="Rectangle 330">
                        <a:extLst>
                          <a:ext uri="{FF2B5EF4-FFF2-40B4-BE49-F238E27FC236}">
                            <a16:creationId xmlns:a16="http://schemas.microsoft.com/office/drawing/2014/main" id="{980E6430-F7E5-4CE8-8E29-01A1BF7CCC2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8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87" name="Text Box 331">
                        <a:extLst>
                          <a:ext uri="{FF2B5EF4-FFF2-40B4-BE49-F238E27FC236}">
                            <a16:creationId xmlns:a16="http://schemas.microsoft.com/office/drawing/2014/main" id="{0913B060-049E-475C-BCE8-1A6441FB7AD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79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endParaRPr>
                      </a:p>
                    </p:txBody>
                  </p:sp>
                </p:grpSp>
                <p:grpSp>
                  <p:nvGrpSpPr>
                    <p:cNvPr id="70750" name="Group 332">
                      <a:extLst>
                        <a:ext uri="{FF2B5EF4-FFF2-40B4-BE49-F238E27FC236}">
                          <a16:creationId xmlns:a16="http://schemas.microsoft.com/office/drawing/2014/main" id="{5BC78F85-2352-43BE-857C-0F77B659C4C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49" y="514"/>
                      <a:ext cx="288" cy="364"/>
                      <a:chOff x="2881" y="514"/>
                      <a:chExt cx="288" cy="364"/>
                    </a:xfrm>
                  </p:grpSpPr>
                  <p:sp>
                    <p:nvSpPr>
                      <p:cNvPr id="70784" name="Rectangle 333">
                        <a:extLst>
                          <a:ext uri="{FF2B5EF4-FFF2-40B4-BE49-F238E27FC236}">
                            <a16:creationId xmlns:a16="http://schemas.microsoft.com/office/drawing/2014/main" id="{9E25A515-F51E-4FA8-A65A-A570D7B14D7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8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85" name="Text Box 334">
                        <a:extLst>
                          <a:ext uri="{FF2B5EF4-FFF2-40B4-BE49-F238E27FC236}">
                            <a16:creationId xmlns:a16="http://schemas.microsoft.com/office/drawing/2014/main" id="{4D87908F-0896-4FA5-AE38-E884CB2AD5E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1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  <a:endPara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endParaRPr>
                      </a:p>
                    </p:txBody>
                  </p:sp>
                </p:grpSp>
                <p:grpSp>
                  <p:nvGrpSpPr>
                    <p:cNvPr id="70751" name="Group 335">
                      <a:extLst>
                        <a:ext uri="{FF2B5EF4-FFF2-40B4-BE49-F238E27FC236}">
                          <a16:creationId xmlns:a16="http://schemas.microsoft.com/office/drawing/2014/main" id="{BD722C53-32FF-4C6E-BE54-554BED65A2E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840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82" name="Rectangle 336">
                        <a:extLst>
                          <a:ext uri="{FF2B5EF4-FFF2-40B4-BE49-F238E27FC236}">
                            <a16:creationId xmlns:a16="http://schemas.microsoft.com/office/drawing/2014/main" id="{ADE96D51-A79B-4699-A38D-A423D204BB6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83" name="Text Box 337">
                        <a:extLst>
                          <a:ext uri="{FF2B5EF4-FFF2-40B4-BE49-F238E27FC236}">
                            <a16:creationId xmlns:a16="http://schemas.microsoft.com/office/drawing/2014/main" id="{AA5C122A-3758-4500-80DD-4008FD375663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endParaRPr>
                      </a:p>
                    </p:txBody>
                  </p:sp>
                </p:grpSp>
                <p:grpSp>
                  <p:nvGrpSpPr>
                    <p:cNvPr id="70752" name="Group 338">
                      <a:extLst>
                        <a:ext uri="{FF2B5EF4-FFF2-40B4-BE49-F238E27FC236}">
                          <a16:creationId xmlns:a16="http://schemas.microsoft.com/office/drawing/2014/main" id="{75E821FB-7AD2-440E-9F1D-386061D0163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32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80" name="Rectangle 339">
                        <a:extLst>
                          <a:ext uri="{FF2B5EF4-FFF2-40B4-BE49-F238E27FC236}">
                            <a16:creationId xmlns:a16="http://schemas.microsoft.com/office/drawing/2014/main" id="{097EC9FA-C5F3-47A6-AB42-8BB67FD754B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81" name="Text Box 340">
                        <a:extLst>
                          <a:ext uri="{FF2B5EF4-FFF2-40B4-BE49-F238E27FC236}">
                            <a16:creationId xmlns:a16="http://schemas.microsoft.com/office/drawing/2014/main" id="{96F02BAC-E932-4301-B010-8778A89789B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753" name="Group 341">
                      <a:extLst>
                        <a:ext uri="{FF2B5EF4-FFF2-40B4-BE49-F238E27FC236}">
                          <a16:creationId xmlns:a16="http://schemas.microsoft.com/office/drawing/2014/main" id="{FDDFE7CB-90AA-4B93-985C-5E8EE14DA87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24" y="514"/>
                      <a:ext cx="287" cy="364"/>
                      <a:chOff x="2880" y="514"/>
                      <a:chExt cx="287" cy="364"/>
                    </a:xfrm>
                  </p:grpSpPr>
                  <p:sp>
                    <p:nvSpPr>
                      <p:cNvPr id="70778" name="Rectangle 342">
                        <a:extLst>
                          <a:ext uri="{FF2B5EF4-FFF2-40B4-BE49-F238E27FC236}">
                            <a16:creationId xmlns:a16="http://schemas.microsoft.com/office/drawing/2014/main" id="{B110DB87-42A0-4C0A-ABC3-5F4E5C7988A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7" y="514"/>
                        <a:ext cx="193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79" name="Text Box 343">
                        <a:extLst>
                          <a:ext uri="{FF2B5EF4-FFF2-40B4-BE49-F238E27FC236}">
                            <a16:creationId xmlns:a16="http://schemas.microsoft.com/office/drawing/2014/main" id="{FE0FFD4A-5536-4260-9E8A-92C64E51DE0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7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endParaRPr>
                      </a:p>
                    </p:txBody>
                  </p:sp>
                </p:grpSp>
                <p:grpSp>
                  <p:nvGrpSpPr>
                    <p:cNvPr id="70754" name="Group 344">
                      <a:extLst>
                        <a:ext uri="{FF2B5EF4-FFF2-40B4-BE49-F238E27FC236}">
                          <a16:creationId xmlns:a16="http://schemas.microsoft.com/office/drawing/2014/main" id="{A2FDA3EF-37A8-4E9B-988F-134380CF5B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16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76" name="Rectangle 345">
                        <a:extLst>
                          <a:ext uri="{FF2B5EF4-FFF2-40B4-BE49-F238E27FC236}">
                            <a16:creationId xmlns:a16="http://schemas.microsoft.com/office/drawing/2014/main" id="{E1B4EEBE-B4FB-4980-AD1F-512D951BC40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77" name="Text Box 346">
                        <a:extLst>
                          <a:ext uri="{FF2B5EF4-FFF2-40B4-BE49-F238E27FC236}">
                            <a16:creationId xmlns:a16="http://schemas.microsoft.com/office/drawing/2014/main" id="{7E92DCCD-0180-4C74-BB39-BF7FAEC3FD91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755" name="Group 347">
                      <a:extLst>
                        <a:ext uri="{FF2B5EF4-FFF2-40B4-BE49-F238E27FC236}">
                          <a16:creationId xmlns:a16="http://schemas.microsoft.com/office/drawing/2014/main" id="{753BC787-55B3-4B64-BDEC-59DBA74E890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608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74" name="Rectangle 348">
                        <a:extLst>
                          <a:ext uri="{FF2B5EF4-FFF2-40B4-BE49-F238E27FC236}">
                            <a16:creationId xmlns:a16="http://schemas.microsoft.com/office/drawing/2014/main" id="{02326D3E-733C-4835-B2FF-BE35598F841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75" name="Text Box 349">
                        <a:extLst>
                          <a:ext uri="{FF2B5EF4-FFF2-40B4-BE49-F238E27FC236}">
                            <a16:creationId xmlns:a16="http://schemas.microsoft.com/office/drawing/2014/main" id="{780E0420-4ACF-42A8-912F-BAFC082AD8EB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endParaRPr>
                      </a:p>
                    </p:txBody>
                  </p:sp>
                </p:grpSp>
                <p:grpSp>
                  <p:nvGrpSpPr>
                    <p:cNvPr id="70756" name="Group 350">
                      <a:extLst>
                        <a:ext uri="{FF2B5EF4-FFF2-40B4-BE49-F238E27FC236}">
                          <a16:creationId xmlns:a16="http://schemas.microsoft.com/office/drawing/2014/main" id="{1FE4B257-70A7-4DA3-8561-F3D62B60E2A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00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72" name="Rectangle 351">
                        <a:extLst>
                          <a:ext uri="{FF2B5EF4-FFF2-40B4-BE49-F238E27FC236}">
                            <a16:creationId xmlns:a16="http://schemas.microsoft.com/office/drawing/2014/main" id="{F9DDE7AA-98C1-4819-8E07-DB2A8D78396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73" name="Text Box 352">
                        <a:extLst>
                          <a:ext uri="{FF2B5EF4-FFF2-40B4-BE49-F238E27FC236}">
                            <a16:creationId xmlns:a16="http://schemas.microsoft.com/office/drawing/2014/main" id="{6C8EC0A4-1CB9-411B-9E6F-CBDAF88C2C7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757" name="Group 353">
                      <a:extLst>
                        <a:ext uri="{FF2B5EF4-FFF2-40B4-BE49-F238E27FC236}">
                          <a16:creationId xmlns:a16="http://schemas.microsoft.com/office/drawing/2014/main" id="{52D4BAB2-7BE7-451A-A823-81E6A35B27C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993" y="514"/>
                      <a:ext cx="287" cy="364"/>
                      <a:chOff x="2881" y="514"/>
                      <a:chExt cx="287" cy="364"/>
                    </a:xfrm>
                  </p:grpSpPr>
                  <p:sp>
                    <p:nvSpPr>
                      <p:cNvPr id="70770" name="Rectangle 354">
                        <a:extLst>
                          <a:ext uri="{FF2B5EF4-FFF2-40B4-BE49-F238E27FC236}">
                            <a16:creationId xmlns:a16="http://schemas.microsoft.com/office/drawing/2014/main" id="{7DE3630B-88DF-417C-859C-621ABE4A0EC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8" y="514"/>
                        <a:ext cx="193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71" name="Text Box 355">
                        <a:extLst>
                          <a:ext uri="{FF2B5EF4-FFF2-40B4-BE49-F238E27FC236}">
                            <a16:creationId xmlns:a16="http://schemas.microsoft.com/office/drawing/2014/main" id="{87784192-149D-4B2F-A394-54683282448A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1" y="624"/>
                        <a:ext cx="287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</a:rPr>
                          <a:t>RF</a:t>
                        </a:r>
                      </a:p>
                    </p:txBody>
                  </p:sp>
                </p:grpSp>
                <p:grpSp>
                  <p:nvGrpSpPr>
                    <p:cNvPr id="70758" name="Group 356">
                      <a:extLst>
                        <a:ext uri="{FF2B5EF4-FFF2-40B4-BE49-F238E27FC236}">
                          <a16:creationId xmlns:a16="http://schemas.microsoft.com/office/drawing/2014/main" id="{72E3A3C7-874E-42C3-9CA9-316DFE6B3C5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88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68" name="Rectangle 357">
                        <a:extLst>
                          <a:ext uri="{FF2B5EF4-FFF2-40B4-BE49-F238E27FC236}">
                            <a16:creationId xmlns:a16="http://schemas.microsoft.com/office/drawing/2014/main" id="{ACC3002B-3E13-491A-9991-49C9B2C15EE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69" name="Text Box 358">
                        <a:extLst>
                          <a:ext uri="{FF2B5EF4-FFF2-40B4-BE49-F238E27FC236}">
                            <a16:creationId xmlns:a16="http://schemas.microsoft.com/office/drawing/2014/main" id="{CBEFD15F-EF5D-46B8-B23F-3AC9B5DEB440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759" name="Group 359">
                      <a:extLst>
                        <a:ext uri="{FF2B5EF4-FFF2-40B4-BE49-F238E27FC236}">
                          <a16:creationId xmlns:a16="http://schemas.microsoft.com/office/drawing/2014/main" id="{88865E44-B87B-4C76-B3E9-3B6B546BCEB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96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66" name="Rectangle 360">
                        <a:extLst>
                          <a:ext uri="{FF2B5EF4-FFF2-40B4-BE49-F238E27FC236}">
                            <a16:creationId xmlns:a16="http://schemas.microsoft.com/office/drawing/2014/main" id="{FCF95106-D734-494B-B404-236B5FDFA82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67" name="Text Box 361">
                        <a:extLst>
                          <a:ext uri="{FF2B5EF4-FFF2-40B4-BE49-F238E27FC236}">
                            <a16:creationId xmlns:a16="http://schemas.microsoft.com/office/drawing/2014/main" id="{F0998C63-7862-4F90-9EAF-C10D5D4827DB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760" name="Group 362">
                      <a:extLst>
                        <a:ext uri="{FF2B5EF4-FFF2-40B4-BE49-F238E27FC236}">
                          <a16:creationId xmlns:a16="http://schemas.microsoft.com/office/drawing/2014/main" id="{3974E347-9FD4-4D4A-AF5E-44DC8325CED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304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64" name="Rectangle 363">
                        <a:extLst>
                          <a:ext uri="{FF2B5EF4-FFF2-40B4-BE49-F238E27FC236}">
                            <a16:creationId xmlns:a16="http://schemas.microsoft.com/office/drawing/2014/main" id="{04CD8643-AD7D-4C42-B20F-821137B328F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65" name="Text Box 364">
                        <a:extLst>
                          <a:ext uri="{FF2B5EF4-FFF2-40B4-BE49-F238E27FC236}">
                            <a16:creationId xmlns:a16="http://schemas.microsoft.com/office/drawing/2014/main" id="{C4E543C7-61E2-492E-8496-DC2A3467898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  <p:grpSp>
                  <p:nvGrpSpPr>
                    <p:cNvPr id="70761" name="Group 365">
                      <a:extLst>
                        <a:ext uri="{FF2B5EF4-FFF2-40B4-BE49-F238E27FC236}">
                          <a16:creationId xmlns:a16="http://schemas.microsoft.com/office/drawing/2014/main" id="{1296265C-A306-45EA-9C7D-55B1D24D707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12" y="514"/>
                      <a:ext cx="288" cy="364"/>
                      <a:chOff x="2880" y="514"/>
                      <a:chExt cx="288" cy="364"/>
                    </a:xfrm>
                  </p:grpSpPr>
                  <p:sp>
                    <p:nvSpPr>
                      <p:cNvPr id="70762" name="Rectangle 366">
                        <a:extLst>
                          <a:ext uri="{FF2B5EF4-FFF2-40B4-BE49-F238E27FC236}">
                            <a16:creationId xmlns:a16="http://schemas.microsoft.com/office/drawing/2014/main" id="{20A89A10-1984-428A-88E1-5AAC5325F0D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9" y="514"/>
                        <a:ext cx="192" cy="36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12700" cap="sq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anchor="ctr"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endParaRPr lang="zh-CN" altLang="en-US" sz="28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0763" name="Text Box 367">
                        <a:extLst>
                          <a:ext uri="{FF2B5EF4-FFF2-40B4-BE49-F238E27FC236}">
                            <a16:creationId xmlns:a16="http://schemas.microsoft.com/office/drawing/2014/main" id="{274F01F3-FD2B-4B2E-96B4-C7A0EEB2F8B0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80" y="624"/>
                        <a:ext cx="288" cy="1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00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1pPr>
                        <a:lvl2pPr marL="742950" indent="-28575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2pPr>
                        <a:lvl3pPr marL="11430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3pPr>
                        <a:lvl4pPr marL="16002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4pPr>
                        <a:lvl5pPr marL="2057400" indent="-228600"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kumimoji="1" sz="2000" b="1">
                            <a:solidFill>
                              <a:srgbClr val="0000D6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defRPr>
                        </a:lvl9pPr>
                      </a:lstStyle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1200">
                            <a:solidFill>
                              <a:srgbClr val="000000"/>
                            </a:solidFill>
                          </a:rPr>
                          <a:t> </a:t>
                        </a:r>
                      </a:p>
                    </p:txBody>
                  </p:sp>
                </p:grpSp>
              </p:grpSp>
              <p:grpSp>
                <p:nvGrpSpPr>
                  <p:cNvPr id="70694" name="Group 368">
                    <a:extLst>
                      <a:ext uri="{FF2B5EF4-FFF2-40B4-BE49-F238E27FC236}">
                        <a16:creationId xmlns:a16="http://schemas.microsoft.com/office/drawing/2014/main" id="{550DF223-2D43-4785-A375-80D5D51C1FC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50" y="3010"/>
                    <a:ext cx="2740" cy="364"/>
                    <a:chOff x="2850" y="3010"/>
                    <a:chExt cx="2740" cy="364"/>
                  </a:xfrm>
                </p:grpSpPr>
                <p:grpSp>
                  <p:nvGrpSpPr>
                    <p:cNvPr id="70695" name="Group 369">
                      <a:extLst>
                        <a:ext uri="{FF2B5EF4-FFF2-40B4-BE49-F238E27FC236}">
                          <a16:creationId xmlns:a16="http://schemas.microsoft.com/office/drawing/2014/main" id="{390F2578-D2BD-443B-9824-F7EE88F23E2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50" y="3010"/>
                      <a:ext cx="2740" cy="364"/>
                      <a:chOff x="2112" y="514"/>
                      <a:chExt cx="3168" cy="364"/>
                    </a:xfrm>
                  </p:grpSpPr>
                  <p:grpSp>
                    <p:nvGrpSpPr>
                      <p:cNvPr id="70698" name="Group 370">
                        <a:extLst>
                          <a:ext uri="{FF2B5EF4-FFF2-40B4-BE49-F238E27FC236}">
                            <a16:creationId xmlns:a16="http://schemas.microsoft.com/office/drawing/2014/main" id="{333826ED-AFA2-421A-B6EA-4D4553AF234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881" y="514"/>
                        <a:ext cx="287" cy="364"/>
                        <a:chOff x="2881" y="514"/>
                        <a:chExt cx="287" cy="364"/>
                      </a:xfrm>
                    </p:grpSpPr>
                    <p:sp>
                      <p:nvSpPr>
                        <p:cNvPr id="70744" name="Rectangle 371">
                          <a:extLst>
                            <a:ext uri="{FF2B5EF4-FFF2-40B4-BE49-F238E27FC236}">
                              <a16:creationId xmlns:a16="http://schemas.microsoft.com/office/drawing/2014/main" id="{101C4C33-609D-4CCB-A199-630A86FFF9E2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8" y="514"/>
                          <a:ext cx="193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45" name="Text Box 372">
                          <a:extLst>
                            <a:ext uri="{FF2B5EF4-FFF2-40B4-BE49-F238E27FC236}">
                              <a16:creationId xmlns:a16="http://schemas.microsoft.com/office/drawing/2014/main" id="{FCA02F14-19EC-4C78-9B3D-09B7847F86C4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1" y="624"/>
                          <a:ext cx="287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  <a:latin typeface="Lucida Console" panose="020B0609040504020204" pitchFamily="49" charset="0"/>
                            </a:rPr>
                            <a:t>OF</a:t>
                          </a:r>
                        </a:p>
                      </p:txBody>
                    </p:sp>
                  </p:grpSp>
                  <p:grpSp>
                    <p:nvGrpSpPr>
                      <p:cNvPr id="70699" name="Group 373">
                        <a:extLst>
                          <a:ext uri="{FF2B5EF4-FFF2-40B4-BE49-F238E27FC236}">
                            <a16:creationId xmlns:a16="http://schemas.microsoft.com/office/drawing/2014/main" id="{65FABC5F-0614-4295-88CF-29992DAB891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072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42" name="Rectangle 374">
                          <a:extLst>
                            <a:ext uri="{FF2B5EF4-FFF2-40B4-BE49-F238E27FC236}">
                              <a16:creationId xmlns:a16="http://schemas.microsoft.com/office/drawing/2014/main" id="{6E239846-7BF0-4B06-94A0-83E30FC0069B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43" name="Text Box 375">
                          <a:extLst>
                            <a:ext uri="{FF2B5EF4-FFF2-40B4-BE49-F238E27FC236}">
                              <a16:creationId xmlns:a16="http://schemas.microsoft.com/office/drawing/2014/main" id="{436E3318-8F27-44C3-AB01-3838F0A39867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  <a:latin typeface="Lucida Console" panose="020B0609040504020204" pitchFamily="49" charset="0"/>
                            </a:rPr>
                            <a:t>DF</a:t>
                          </a:r>
                        </a:p>
                      </p:txBody>
                    </p:sp>
                  </p:grpSp>
                  <p:grpSp>
                    <p:nvGrpSpPr>
                      <p:cNvPr id="70700" name="Group 376">
                        <a:extLst>
                          <a:ext uri="{FF2B5EF4-FFF2-40B4-BE49-F238E27FC236}">
                            <a16:creationId xmlns:a16="http://schemas.microsoft.com/office/drawing/2014/main" id="{F79E3F94-34DD-4E45-9BA9-368DDD224E1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264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40" name="Rectangle 377">
                          <a:extLst>
                            <a:ext uri="{FF2B5EF4-FFF2-40B4-BE49-F238E27FC236}">
                              <a16:creationId xmlns:a16="http://schemas.microsoft.com/office/drawing/2014/main" id="{F01BAD06-FA8F-49C5-8592-3F185621083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41" name="Text Box 378">
                          <a:extLst>
                            <a:ext uri="{FF2B5EF4-FFF2-40B4-BE49-F238E27FC236}">
                              <a16:creationId xmlns:a16="http://schemas.microsoft.com/office/drawing/2014/main" id="{A21C227A-26BD-4094-87DA-193829458553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  <a:latin typeface="Lucida Console" panose="020B0609040504020204" pitchFamily="49" charset="0"/>
                            </a:rPr>
                            <a:t>IF</a:t>
                          </a:r>
                        </a:p>
                      </p:txBody>
                    </p:sp>
                  </p:grpSp>
                  <p:grpSp>
                    <p:nvGrpSpPr>
                      <p:cNvPr id="70701" name="Group 379">
                        <a:extLst>
                          <a:ext uri="{FF2B5EF4-FFF2-40B4-BE49-F238E27FC236}">
                            <a16:creationId xmlns:a16="http://schemas.microsoft.com/office/drawing/2014/main" id="{805A21F3-EB77-45BB-B2FC-C85EAA507AB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455" y="514"/>
                        <a:ext cx="288" cy="364"/>
                        <a:chOff x="2879" y="514"/>
                        <a:chExt cx="288" cy="364"/>
                      </a:xfrm>
                    </p:grpSpPr>
                    <p:sp>
                      <p:nvSpPr>
                        <p:cNvPr id="70738" name="Rectangle 380">
                          <a:extLst>
                            <a:ext uri="{FF2B5EF4-FFF2-40B4-BE49-F238E27FC236}">
                              <a16:creationId xmlns:a16="http://schemas.microsoft.com/office/drawing/2014/main" id="{C2FC3123-7B1C-411A-A717-250DA286EB5F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8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39" name="Text Box 381">
                          <a:extLst>
                            <a:ext uri="{FF2B5EF4-FFF2-40B4-BE49-F238E27FC236}">
                              <a16:creationId xmlns:a16="http://schemas.microsoft.com/office/drawing/2014/main" id="{8C18B0C2-89A0-43AD-99E0-C2789D9CC559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79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  <a:latin typeface="Lucida Console" panose="020B0609040504020204" pitchFamily="49" charset="0"/>
                            </a:rPr>
                            <a:t>TF</a:t>
                          </a:r>
                        </a:p>
                      </p:txBody>
                    </p:sp>
                  </p:grpSp>
                  <p:grpSp>
                    <p:nvGrpSpPr>
                      <p:cNvPr id="70702" name="Group 382">
                        <a:extLst>
                          <a:ext uri="{FF2B5EF4-FFF2-40B4-BE49-F238E27FC236}">
                            <a16:creationId xmlns:a16="http://schemas.microsoft.com/office/drawing/2014/main" id="{030F4817-9ACE-4738-ABE8-EB6BC25CBD0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49" y="514"/>
                        <a:ext cx="288" cy="364"/>
                        <a:chOff x="2881" y="514"/>
                        <a:chExt cx="288" cy="364"/>
                      </a:xfrm>
                    </p:grpSpPr>
                    <p:sp>
                      <p:nvSpPr>
                        <p:cNvPr id="70736" name="Rectangle 383">
                          <a:extLst>
                            <a:ext uri="{FF2B5EF4-FFF2-40B4-BE49-F238E27FC236}">
                              <a16:creationId xmlns:a16="http://schemas.microsoft.com/office/drawing/2014/main" id="{8A308AFF-84CA-48D7-9B01-64A2398D258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8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37" name="Text Box 384">
                          <a:extLst>
                            <a:ext uri="{FF2B5EF4-FFF2-40B4-BE49-F238E27FC236}">
                              <a16:creationId xmlns:a16="http://schemas.microsoft.com/office/drawing/2014/main" id="{52B73E51-A87A-483D-A1B2-CAC72697C60E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1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  <a:latin typeface="Lucida Console" panose="020B0609040504020204" pitchFamily="49" charset="0"/>
                            </a:rPr>
                            <a:t>SF</a:t>
                          </a:r>
                        </a:p>
                      </p:txBody>
                    </p:sp>
                  </p:grpSp>
                  <p:grpSp>
                    <p:nvGrpSpPr>
                      <p:cNvPr id="70703" name="Group 385">
                        <a:extLst>
                          <a:ext uri="{FF2B5EF4-FFF2-40B4-BE49-F238E27FC236}">
                            <a16:creationId xmlns:a16="http://schemas.microsoft.com/office/drawing/2014/main" id="{7F310B9C-39DD-4EE6-9E9E-FD16CEB5326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840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34" name="Rectangle 386">
                          <a:extLst>
                            <a:ext uri="{FF2B5EF4-FFF2-40B4-BE49-F238E27FC236}">
                              <a16:creationId xmlns:a16="http://schemas.microsoft.com/office/drawing/2014/main" id="{936CC914-EC0D-4C06-B2B5-9FF1DA3E571D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35" name="Text Box 387">
                          <a:extLst>
                            <a:ext uri="{FF2B5EF4-FFF2-40B4-BE49-F238E27FC236}">
                              <a16:creationId xmlns:a16="http://schemas.microsoft.com/office/drawing/2014/main" id="{52A3E96B-E8E3-407B-BD60-436A643B1ED6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  <a:latin typeface="Lucida Console" panose="020B0609040504020204" pitchFamily="49" charset="0"/>
                            </a:rPr>
                            <a:t>ZF</a:t>
                          </a:r>
                        </a:p>
                      </p:txBody>
                    </p:sp>
                  </p:grpSp>
                  <p:grpSp>
                    <p:nvGrpSpPr>
                      <p:cNvPr id="70704" name="Group 388">
                        <a:extLst>
                          <a:ext uri="{FF2B5EF4-FFF2-40B4-BE49-F238E27FC236}">
                            <a16:creationId xmlns:a16="http://schemas.microsoft.com/office/drawing/2014/main" id="{4C1875AC-C228-4DC6-8E7B-44C9C948128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32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32" name="Rectangle 389">
                          <a:extLst>
                            <a:ext uri="{FF2B5EF4-FFF2-40B4-BE49-F238E27FC236}">
                              <a16:creationId xmlns:a16="http://schemas.microsoft.com/office/drawing/2014/main" id="{6955CC0B-05A1-4033-8657-B2706A960B8B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33" name="Text Box 390">
                          <a:extLst>
                            <a:ext uri="{FF2B5EF4-FFF2-40B4-BE49-F238E27FC236}">
                              <a16:creationId xmlns:a16="http://schemas.microsoft.com/office/drawing/2014/main" id="{F269DB46-C201-4E2B-A31A-0348EA0B8143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</a:rPr>
                            <a:t> </a:t>
                          </a:r>
                        </a:p>
                      </p:txBody>
                    </p:sp>
                  </p:grpSp>
                  <p:grpSp>
                    <p:nvGrpSpPr>
                      <p:cNvPr id="70705" name="Group 391">
                        <a:extLst>
                          <a:ext uri="{FF2B5EF4-FFF2-40B4-BE49-F238E27FC236}">
                            <a16:creationId xmlns:a16="http://schemas.microsoft.com/office/drawing/2014/main" id="{AE02A477-096E-4153-89D2-5B41A6603AA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4" y="514"/>
                        <a:ext cx="287" cy="364"/>
                        <a:chOff x="2880" y="514"/>
                        <a:chExt cx="287" cy="364"/>
                      </a:xfrm>
                    </p:grpSpPr>
                    <p:sp>
                      <p:nvSpPr>
                        <p:cNvPr id="70730" name="Rectangle 392">
                          <a:extLst>
                            <a:ext uri="{FF2B5EF4-FFF2-40B4-BE49-F238E27FC236}">
                              <a16:creationId xmlns:a16="http://schemas.microsoft.com/office/drawing/2014/main" id="{4F7EFB6E-E70C-4391-8BBB-E190E251052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7" y="514"/>
                          <a:ext cx="193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31" name="Text Box 393">
                          <a:extLst>
                            <a:ext uri="{FF2B5EF4-FFF2-40B4-BE49-F238E27FC236}">
                              <a16:creationId xmlns:a16="http://schemas.microsoft.com/office/drawing/2014/main" id="{F43ADB45-E49F-4821-A0A5-CDDD96BE1FE0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7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  <a:latin typeface="Lucida Console" panose="020B0609040504020204" pitchFamily="49" charset="0"/>
                            </a:rPr>
                            <a:t>AF</a:t>
                          </a:r>
                        </a:p>
                      </p:txBody>
                    </p:sp>
                  </p:grpSp>
                  <p:grpSp>
                    <p:nvGrpSpPr>
                      <p:cNvPr id="70706" name="Group 394">
                        <a:extLst>
                          <a:ext uri="{FF2B5EF4-FFF2-40B4-BE49-F238E27FC236}">
                            <a16:creationId xmlns:a16="http://schemas.microsoft.com/office/drawing/2014/main" id="{DA9C2909-8FC7-4DD6-B31E-E90BC7EA86D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416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28" name="Rectangle 395">
                          <a:extLst>
                            <a:ext uri="{FF2B5EF4-FFF2-40B4-BE49-F238E27FC236}">
                              <a16:creationId xmlns:a16="http://schemas.microsoft.com/office/drawing/2014/main" id="{F260B405-F0C0-408C-A383-72D1C15CF2A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29" name="Text Box 396">
                          <a:extLst>
                            <a:ext uri="{FF2B5EF4-FFF2-40B4-BE49-F238E27FC236}">
                              <a16:creationId xmlns:a16="http://schemas.microsoft.com/office/drawing/2014/main" id="{851DD9A3-46A9-4F96-9444-AB2393293813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</a:rPr>
                            <a:t> </a:t>
                          </a:r>
                        </a:p>
                      </p:txBody>
                    </p:sp>
                  </p:grpSp>
                  <p:grpSp>
                    <p:nvGrpSpPr>
                      <p:cNvPr id="70707" name="Group 397">
                        <a:extLst>
                          <a:ext uri="{FF2B5EF4-FFF2-40B4-BE49-F238E27FC236}">
                            <a16:creationId xmlns:a16="http://schemas.microsoft.com/office/drawing/2014/main" id="{0D9EB8FB-6D26-430D-9017-53455E1BF11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608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26" name="Rectangle 398">
                          <a:extLst>
                            <a:ext uri="{FF2B5EF4-FFF2-40B4-BE49-F238E27FC236}">
                              <a16:creationId xmlns:a16="http://schemas.microsoft.com/office/drawing/2014/main" id="{EE41115F-BB06-46AC-BA61-411624F39546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27" name="Text Box 399">
                          <a:extLst>
                            <a:ext uri="{FF2B5EF4-FFF2-40B4-BE49-F238E27FC236}">
                              <a16:creationId xmlns:a16="http://schemas.microsoft.com/office/drawing/2014/main" id="{ECEDBE43-862E-4B8C-AF11-7068C3D71D40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  <a:latin typeface="Lucida Console" panose="020B0609040504020204" pitchFamily="49" charset="0"/>
                            </a:rPr>
                            <a:t>PF</a:t>
                          </a:r>
                        </a:p>
                      </p:txBody>
                    </p:sp>
                  </p:grpSp>
                  <p:grpSp>
                    <p:nvGrpSpPr>
                      <p:cNvPr id="70708" name="Group 400">
                        <a:extLst>
                          <a:ext uri="{FF2B5EF4-FFF2-40B4-BE49-F238E27FC236}">
                            <a16:creationId xmlns:a16="http://schemas.microsoft.com/office/drawing/2014/main" id="{78BEA61F-8946-4827-A524-54FB315756B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800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24" name="Rectangle 401">
                          <a:extLst>
                            <a:ext uri="{FF2B5EF4-FFF2-40B4-BE49-F238E27FC236}">
                              <a16:creationId xmlns:a16="http://schemas.microsoft.com/office/drawing/2014/main" id="{EC2E5A08-FEFD-43AE-9B0B-C6B88397AE2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25" name="Text Box 402">
                          <a:extLst>
                            <a:ext uri="{FF2B5EF4-FFF2-40B4-BE49-F238E27FC236}">
                              <a16:creationId xmlns:a16="http://schemas.microsoft.com/office/drawing/2014/main" id="{CC6B874C-8327-4FB2-9FDD-BA757871A7B5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</a:rPr>
                            <a:t> </a:t>
                          </a:r>
                        </a:p>
                      </p:txBody>
                    </p:sp>
                  </p:grpSp>
                  <p:grpSp>
                    <p:nvGrpSpPr>
                      <p:cNvPr id="70709" name="Group 403">
                        <a:extLst>
                          <a:ext uri="{FF2B5EF4-FFF2-40B4-BE49-F238E27FC236}">
                            <a16:creationId xmlns:a16="http://schemas.microsoft.com/office/drawing/2014/main" id="{0E52B2F9-614B-4C07-B453-5BC869A79C3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993" y="514"/>
                        <a:ext cx="287" cy="364"/>
                        <a:chOff x="2881" y="514"/>
                        <a:chExt cx="287" cy="364"/>
                      </a:xfrm>
                    </p:grpSpPr>
                    <p:sp>
                      <p:nvSpPr>
                        <p:cNvPr id="70722" name="Rectangle 404">
                          <a:extLst>
                            <a:ext uri="{FF2B5EF4-FFF2-40B4-BE49-F238E27FC236}">
                              <a16:creationId xmlns:a16="http://schemas.microsoft.com/office/drawing/2014/main" id="{8C8BB69A-55C4-4D61-BF8F-379D303CF23B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8" y="514"/>
                          <a:ext cx="193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23" name="Text Box 405">
                          <a:extLst>
                            <a:ext uri="{FF2B5EF4-FFF2-40B4-BE49-F238E27FC236}">
                              <a16:creationId xmlns:a16="http://schemas.microsoft.com/office/drawing/2014/main" id="{0DF2A5F7-D6C9-4E8B-8DBD-7EC28AF80841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1" y="624"/>
                          <a:ext cx="287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  <a:latin typeface="Lucida Console" panose="020B0609040504020204" pitchFamily="49" charset="0"/>
                            </a:rPr>
                            <a:t>CF</a:t>
                          </a:r>
                        </a:p>
                      </p:txBody>
                    </p:sp>
                  </p:grpSp>
                  <p:grpSp>
                    <p:nvGrpSpPr>
                      <p:cNvPr id="70710" name="Group 406">
                        <a:extLst>
                          <a:ext uri="{FF2B5EF4-FFF2-40B4-BE49-F238E27FC236}">
                            <a16:creationId xmlns:a16="http://schemas.microsoft.com/office/drawing/2014/main" id="{E8290F07-CF16-451D-AC46-450136E9E92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688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20" name="Rectangle 407">
                          <a:extLst>
                            <a:ext uri="{FF2B5EF4-FFF2-40B4-BE49-F238E27FC236}">
                              <a16:creationId xmlns:a16="http://schemas.microsoft.com/office/drawing/2014/main" id="{314417F5-D2CC-4849-99F8-B425F7AA4A9D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21" name="Text Box 408">
                          <a:extLst>
                            <a:ext uri="{FF2B5EF4-FFF2-40B4-BE49-F238E27FC236}">
                              <a16:creationId xmlns:a16="http://schemas.microsoft.com/office/drawing/2014/main" id="{612EE955-D6F7-4470-B39C-46664A3A5CF6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</a:rPr>
                            <a:t> </a:t>
                          </a:r>
                        </a:p>
                      </p:txBody>
                    </p:sp>
                  </p:grpSp>
                  <p:grpSp>
                    <p:nvGrpSpPr>
                      <p:cNvPr id="70711" name="Group 409">
                        <a:extLst>
                          <a:ext uri="{FF2B5EF4-FFF2-40B4-BE49-F238E27FC236}">
                            <a16:creationId xmlns:a16="http://schemas.microsoft.com/office/drawing/2014/main" id="{DFC73B57-B137-48E6-9BE5-AA0DCE08A2E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496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18" name="Rectangle 410">
                          <a:extLst>
                            <a:ext uri="{FF2B5EF4-FFF2-40B4-BE49-F238E27FC236}">
                              <a16:creationId xmlns:a16="http://schemas.microsoft.com/office/drawing/2014/main" id="{BA6A6E6C-3497-4B80-8BD2-8B8D11935D2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19" name="Text Box 411">
                          <a:extLst>
                            <a:ext uri="{FF2B5EF4-FFF2-40B4-BE49-F238E27FC236}">
                              <a16:creationId xmlns:a16="http://schemas.microsoft.com/office/drawing/2014/main" id="{D235EB7F-BC6C-4129-9E7B-2DBB18387E13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</a:rPr>
                            <a:t> </a:t>
                          </a:r>
                        </a:p>
                      </p:txBody>
                    </p:sp>
                  </p:grpSp>
                  <p:grpSp>
                    <p:nvGrpSpPr>
                      <p:cNvPr id="70712" name="Group 412">
                        <a:extLst>
                          <a:ext uri="{FF2B5EF4-FFF2-40B4-BE49-F238E27FC236}">
                            <a16:creationId xmlns:a16="http://schemas.microsoft.com/office/drawing/2014/main" id="{6488BE17-EF1E-4AE5-96A4-B32EE9C337F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304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16" name="Rectangle 413">
                          <a:extLst>
                            <a:ext uri="{FF2B5EF4-FFF2-40B4-BE49-F238E27FC236}">
                              <a16:creationId xmlns:a16="http://schemas.microsoft.com/office/drawing/2014/main" id="{9BBC033C-E345-48DC-90A1-89CC054BDF4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17" name="Text Box 414">
                          <a:extLst>
                            <a:ext uri="{FF2B5EF4-FFF2-40B4-BE49-F238E27FC236}">
                              <a16:creationId xmlns:a16="http://schemas.microsoft.com/office/drawing/2014/main" id="{1C744571-BC6D-4A73-B6EE-14A84E5BA129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</a:rPr>
                            <a:t> </a:t>
                          </a:r>
                        </a:p>
                      </p:txBody>
                    </p:sp>
                  </p:grpSp>
                  <p:grpSp>
                    <p:nvGrpSpPr>
                      <p:cNvPr id="70713" name="Group 415">
                        <a:extLst>
                          <a:ext uri="{FF2B5EF4-FFF2-40B4-BE49-F238E27FC236}">
                            <a16:creationId xmlns:a16="http://schemas.microsoft.com/office/drawing/2014/main" id="{F5C523C2-BFEA-4064-A257-F22C6E75EFD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12" y="514"/>
                        <a:ext cx="288" cy="364"/>
                        <a:chOff x="2880" y="514"/>
                        <a:chExt cx="288" cy="364"/>
                      </a:xfrm>
                    </p:grpSpPr>
                    <p:sp>
                      <p:nvSpPr>
                        <p:cNvPr id="70714" name="Rectangle 416">
                          <a:extLst>
                            <a:ext uri="{FF2B5EF4-FFF2-40B4-BE49-F238E27FC236}">
                              <a16:creationId xmlns:a16="http://schemas.microsoft.com/office/drawing/2014/main" id="{4401C1E6-9762-4E5B-8028-51072AA402A2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29" y="514"/>
                          <a:ext cx="192" cy="364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 w="12700" cap="sq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anchor="ctr"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endParaRPr lang="zh-CN" altLang="en-US" sz="28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715" name="Text Box 417">
                          <a:extLst>
                            <a:ext uri="{FF2B5EF4-FFF2-40B4-BE49-F238E27FC236}">
                              <a16:creationId xmlns:a16="http://schemas.microsoft.com/office/drawing/2014/main" id="{DAB73C5B-693B-4B82-BB46-726980F1ADE9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80" y="624"/>
                          <a:ext cx="288" cy="188"/>
                        </a:xfrm>
                        <a:prstGeom prst="rect">
                          <a:avLst/>
                        </a:prstGeom>
                        <a:solidFill>
                          <a:schemeClr val="fol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rgbClr val="00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 marL="742950" indent="-28575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 marL="11430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 marL="16002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 marL="2057400" indent="-228600"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kumimoji="1" sz="2000" b="1">
                              <a:solidFill>
                                <a:srgbClr val="0000D6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en-US" altLang="zh-CN" sz="1200">
                              <a:solidFill>
                                <a:srgbClr val="000000"/>
                              </a:solidFill>
                            </a:rPr>
                            <a:t> </a:t>
                          </a:r>
                        </a:p>
                      </p:txBody>
                    </p:sp>
                  </p:grpSp>
                </p:grpSp>
                <p:sp>
                  <p:nvSpPr>
                    <p:cNvPr id="70696" name="Rectangle 418">
                      <a:extLst>
                        <a:ext uri="{FF2B5EF4-FFF2-40B4-BE49-F238E27FC236}">
                          <a16:creationId xmlns:a16="http://schemas.microsoft.com/office/drawing/2014/main" id="{9AA616FA-1CBF-4340-A93D-8AA3F07A972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16" y="3120"/>
                      <a:ext cx="348" cy="188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IOPL</a:t>
                      </a:r>
                    </a:p>
                  </p:txBody>
                </p:sp>
                <p:sp>
                  <p:nvSpPr>
                    <p:cNvPr id="70697" name="Rectangle 419">
                      <a:extLst>
                        <a:ext uri="{FF2B5EF4-FFF2-40B4-BE49-F238E27FC236}">
                          <a16:creationId xmlns:a16="http://schemas.microsoft.com/office/drawing/2014/main" id="{5E9C4B2C-F87E-4379-BFC3-91BA07B1BE0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24" y="3120"/>
                      <a:ext cx="232" cy="188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 b="1">
                          <a:solidFill>
                            <a:srgbClr val="0000D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</a:rPr>
                        <a:t>NT</a:t>
                      </a:r>
                    </a:p>
                  </p:txBody>
                </p:sp>
              </p:grpSp>
            </p:grpSp>
            <p:sp>
              <p:nvSpPr>
                <p:cNvPr id="70692" name="Rectangle 420">
                  <a:extLst>
                    <a:ext uri="{FF2B5EF4-FFF2-40B4-BE49-F238E27FC236}">
                      <a16:creationId xmlns:a16="http://schemas.microsoft.com/office/drawing/2014/main" id="{5BBC9491-7124-4947-AE8B-02C50902CC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6" y="3120"/>
                  <a:ext cx="232" cy="18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 b="1">
                      <a:solidFill>
                        <a:srgbClr val="0000D6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Lucida Console" panose="020B0609040504020204" pitchFamily="49" charset="0"/>
                    </a:rPr>
                    <a:t>VM</a:t>
                  </a:r>
                </a:p>
              </p:txBody>
            </p:sp>
          </p:grpSp>
          <p:sp>
            <p:nvSpPr>
              <p:cNvPr id="70690" name="Rectangle 421">
                <a:extLst>
                  <a:ext uri="{FF2B5EF4-FFF2-40B4-BE49-F238E27FC236}">
                    <a16:creationId xmlns:a16="http://schemas.microsoft.com/office/drawing/2014/main" id="{582F2671-F280-4D3A-8DA0-D5FCD5B29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880"/>
                <a:ext cx="232" cy="188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 b="1">
                    <a:solidFill>
                      <a:srgbClr val="0000D6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Lucida Console" panose="020B0609040504020204" pitchFamily="49" charset="0"/>
                  </a:rPr>
                  <a:t>AC</a:t>
                </a:r>
              </a:p>
            </p:txBody>
          </p:sp>
        </p:grpSp>
        <p:sp>
          <p:nvSpPr>
            <p:cNvPr id="70682" name="Rectangle 422">
              <a:extLst>
                <a:ext uri="{FF2B5EF4-FFF2-40B4-BE49-F238E27FC236}">
                  <a16:creationId xmlns:a16="http://schemas.microsoft.com/office/drawing/2014/main" id="{5F34E62E-E81E-46E3-8B7A-3B2ABF697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3886389"/>
              <a:ext cx="368300" cy="298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Lucida Console" panose="020B0609040504020204" pitchFamily="49" charset="0"/>
                </a:rPr>
                <a:t>ID</a:t>
              </a:r>
            </a:p>
          </p:txBody>
        </p:sp>
        <p:sp>
          <p:nvSpPr>
            <p:cNvPr id="70683" name="Rectangle 423">
              <a:extLst>
                <a:ext uri="{FF2B5EF4-FFF2-40B4-BE49-F238E27FC236}">
                  <a16:creationId xmlns:a16="http://schemas.microsoft.com/office/drawing/2014/main" id="{C0E47F9A-9C07-4583-ABA4-B1FC63AED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886389"/>
              <a:ext cx="460375" cy="298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Lucida Console" panose="020B0609040504020204" pitchFamily="49" charset="0"/>
                </a:rPr>
                <a:t>VIP</a:t>
              </a:r>
            </a:p>
          </p:txBody>
        </p:sp>
        <p:sp>
          <p:nvSpPr>
            <p:cNvPr id="70684" name="Rectangle 424">
              <a:extLst>
                <a:ext uri="{FF2B5EF4-FFF2-40B4-BE49-F238E27FC236}">
                  <a16:creationId xmlns:a16="http://schemas.microsoft.com/office/drawing/2014/main" id="{E15CABA7-A921-447E-A92B-5FF8F5897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3886389"/>
              <a:ext cx="460375" cy="298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Lucida Console" panose="020B0609040504020204" pitchFamily="49" charset="0"/>
                </a:rPr>
                <a:t>VIF</a:t>
              </a:r>
            </a:p>
          </p:txBody>
        </p:sp>
        <p:sp>
          <p:nvSpPr>
            <p:cNvPr id="70685" name="Text Box 425">
              <a:extLst>
                <a:ext uri="{FF2B5EF4-FFF2-40B4-BE49-F238E27FC236}">
                  <a16:creationId xmlns:a16="http://schemas.microsoft.com/office/drawing/2014/main" id="{7564C5B6-392F-4953-A6CD-488A5859D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4191417"/>
              <a:ext cx="8610600" cy="265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000">
                  <a:solidFill>
                    <a:srgbClr val="000000"/>
                  </a:solidFill>
                  <a:latin typeface="Lucida Console" panose="020B0609040504020204" pitchFamily="49" charset="0"/>
                </a:rPr>
                <a:t>31 30  29 28  27 26  25 24  23 22 21  20  19 18 17  16 15  14 13  12 11  10  9  8  7   6  5   4  3   2  1   0</a:t>
              </a:r>
            </a:p>
          </p:txBody>
        </p:sp>
        <p:sp>
          <p:nvSpPr>
            <p:cNvPr id="70686" name="Rectangle 426">
              <a:extLst>
                <a:ext uri="{FF2B5EF4-FFF2-40B4-BE49-F238E27FC236}">
                  <a16:creationId xmlns:a16="http://schemas.microsoft.com/office/drawing/2014/main" id="{2BB4D3D4-3ABF-4518-91D2-61CA7AD4D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6225" y="3505534"/>
              <a:ext cx="919163" cy="365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0000"/>
                  </a:solidFill>
                </a:rPr>
                <a:t>Pentium</a:t>
              </a:r>
            </a:p>
          </p:txBody>
        </p:sp>
        <p:sp>
          <p:nvSpPr>
            <p:cNvPr id="70687" name="Text Box 427">
              <a:extLst>
                <a:ext uri="{FF2B5EF4-FFF2-40B4-BE49-F238E27FC236}">
                  <a16:creationId xmlns:a16="http://schemas.microsoft.com/office/drawing/2014/main" id="{BCAA1043-C821-4914-9D33-C42CFBF19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088" y="994649"/>
              <a:ext cx="2928937" cy="501181"/>
            </a:xfrm>
            <a:prstGeom prst="rect">
              <a:avLst/>
            </a:prstGeom>
            <a:solidFill>
              <a:srgbClr val="F8AE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00"/>
                  </a:solidFill>
                  <a:ea typeface="楷体" panose="02010609060101010101" pitchFamily="49" charset="-122"/>
                </a:rPr>
                <a:t>9</a:t>
              </a:r>
              <a:r>
                <a:rPr lang="zh-CN" altLang="en-US" sz="2400">
                  <a:solidFill>
                    <a:srgbClr val="000000"/>
                  </a:solidFill>
                  <a:ea typeface="楷体" panose="02010609060101010101" pitchFamily="49" charset="-122"/>
                </a:rPr>
                <a:t>个标志是最基本的                        </a:t>
              </a:r>
              <a:endParaRPr lang="en-US" altLang="zh-CN" sz="2400">
                <a:solidFill>
                  <a:srgbClr val="000000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70688" name="Rectangle 428">
              <a:extLst>
                <a:ext uri="{FF2B5EF4-FFF2-40B4-BE49-F238E27FC236}">
                  <a16:creationId xmlns:a16="http://schemas.microsoft.com/office/drawing/2014/main" id="{1A160D58-DAD0-41A9-AF33-0A919D4E5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723925"/>
              <a:ext cx="6172200" cy="198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800">
                  <a:solidFill>
                    <a:srgbClr val="000000"/>
                  </a:solidFill>
                </a:rPr>
                <a:t>IOPL</a:t>
              </a:r>
              <a:r>
                <a:rPr lang="zh-CN" altLang="en-US" sz="1800">
                  <a:solidFill>
                    <a:srgbClr val="000000"/>
                  </a:solidFill>
                </a:rPr>
                <a:t>： </a:t>
              </a:r>
              <a:r>
                <a:rPr lang="en-US" altLang="zh-CN" sz="1800">
                  <a:solidFill>
                    <a:srgbClr val="000000"/>
                  </a:solidFill>
                </a:rPr>
                <a:t>I/O</a:t>
              </a:r>
              <a:r>
                <a:rPr lang="zh-CN" altLang="en-US" sz="1800">
                  <a:solidFill>
                    <a:srgbClr val="000000"/>
                  </a:solidFill>
                </a:rPr>
                <a:t>特权级                         </a:t>
              </a:r>
              <a:r>
                <a:rPr lang="en-US" altLang="zh-CN" sz="1800">
                  <a:solidFill>
                    <a:srgbClr val="000000"/>
                  </a:solidFill>
                </a:rPr>
                <a:t>VIP</a:t>
              </a:r>
              <a:r>
                <a:rPr lang="zh-CN" altLang="en-US" sz="1800">
                  <a:solidFill>
                    <a:srgbClr val="000000"/>
                  </a:solidFill>
                </a:rPr>
                <a:t>：虚拟中断未决标志 </a:t>
              </a:r>
            </a:p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1800">
                  <a:solidFill>
                    <a:srgbClr val="000000"/>
                  </a:solidFill>
                </a:rPr>
                <a:t>    </a:t>
              </a:r>
              <a:r>
                <a:rPr lang="en-US" altLang="zh-CN" sz="1800">
                  <a:solidFill>
                    <a:srgbClr val="000000"/>
                  </a:solidFill>
                </a:rPr>
                <a:t>NT</a:t>
              </a:r>
              <a:r>
                <a:rPr lang="zh-CN" altLang="en-US" sz="1800">
                  <a:solidFill>
                    <a:srgbClr val="000000"/>
                  </a:solidFill>
                </a:rPr>
                <a:t>： 嵌套任务标志                   </a:t>
              </a:r>
              <a:r>
                <a:rPr lang="en-US" altLang="zh-CN" sz="1800">
                  <a:solidFill>
                    <a:srgbClr val="000000"/>
                  </a:solidFill>
                </a:rPr>
                <a:t>VIF</a:t>
              </a:r>
              <a:r>
                <a:rPr lang="zh-CN" altLang="en-US" sz="1800">
                  <a:solidFill>
                    <a:srgbClr val="000000"/>
                  </a:solidFill>
                </a:rPr>
                <a:t>：虚拟中断标志</a:t>
              </a:r>
            </a:p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1800">
                  <a:solidFill>
                    <a:srgbClr val="000000"/>
                  </a:solidFill>
                </a:rPr>
                <a:t>    </a:t>
              </a:r>
              <a:r>
                <a:rPr lang="en-US" altLang="zh-CN" sz="1800">
                  <a:solidFill>
                    <a:srgbClr val="000000"/>
                  </a:solidFill>
                </a:rPr>
                <a:t>RF</a:t>
              </a:r>
              <a:r>
                <a:rPr lang="zh-CN" altLang="en-US" sz="1800">
                  <a:solidFill>
                    <a:srgbClr val="000000"/>
                  </a:solidFill>
                </a:rPr>
                <a:t>： 重新启动标志                   </a:t>
              </a:r>
              <a:r>
                <a:rPr lang="en-US" altLang="zh-CN" sz="1800">
                  <a:solidFill>
                    <a:srgbClr val="000000"/>
                  </a:solidFill>
                </a:rPr>
                <a:t>VM</a:t>
              </a:r>
              <a:r>
                <a:rPr lang="zh-CN" altLang="en-US" sz="1800">
                  <a:solidFill>
                    <a:srgbClr val="000000"/>
                  </a:solidFill>
                </a:rPr>
                <a:t>：虚拟</a:t>
              </a:r>
              <a:r>
                <a:rPr lang="en-US" altLang="zh-CN" sz="1800">
                  <a:solidFill>
                    <a:srgbClr val="000000"/>
                  </a:solidFill>
                </a:rPr>
                <a:t>8086</a:t>
              </a:r>
              <a:r>
                <a:rPr lang="zh-CN" altLang="en-US" sz="1800">
                  <a:solidFill>
                    <a:srgbClr val="000000"/>
                  </a:solidFill>
                </a:rPr>
                <a:t>模式位</a:t>
              </a:r>
            </a:p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1800">
                  <a:solidFill>
                    <a:srgbClr val="000000"/>
                  </a:solidFill>
                </a:rPr>
                <a:t>   </a:t>
              </a:r>
              <a:r>
                <a:rPr lang="en-US" altLang="zh-CN" sz="1800">
                  <a:solidFill>
                    <a:srgbClr val="000000"/>
                  </a:solidFill>
                </a:rPr>
                <a:t>AC</a:t>
              </a:r>
              <a:r>
                <a:rPr lang="zh-CN" altLang="en-US" sz="1800">
                  <a:solidFill>
                    <a:srgbClr val="000000"/>
                  </a:solidFill>
                </a:rPr>
                <a:t>：  对准检查方式位</a:t>
              </a:r>
              <a:r>
                <a:rPr lang="en-US" altLang="zh-CN" sz="1800">
                  <a:solidFill>
                    <a:srgbClr val="000000"/>
                  </a:solidFill>
                </a:rPr>
                <a:t>	      </a:t>
              </a:r>
              <a:r>
                <a:rPr lang="zh-CN" altLang="en-US" sz="1800">
                  <a:solidFill>
                    <a:srgbClr val="000000"/>
                  </a:solidFill>
                </a:rPr>
                <a:t>    </a:t>
              </a:r>
              <a:r>
                <a:rPr lang="en-US" altLang="zh-CN" sz="1800">
                  <a:solidFill>
                    <a:srgbClr val="000000"/>
                  </a:solidFill>
                </a:rPr>
                <a:t>ID</a:t>
              </a:r>
              <a:r>
                <a:rPr lang="zh-CN" altLang="en-US" sz="1800">
                  <a:solidFill>
                    <a:srgbClr val="000000"/>
                  </a:solidFill>
                </a:rPr>
                <a:t>：  标识标志   </a:t>
              </a:r>
            </a:p>
          </p:txBody>
        </p:sp>
      </p:grpSp>
      <p:sp>
        <p:nvSpPr>
          <p:cNvPr id="70664" name="灯片编号占位符 13">
            <a:extLst>
              <a:ext uri="{FF2B5EF4-FFF2-40B4-BE49-F238E27FC236}">
                <a16:creationId xmlns:a16="http://schemas.microsoft.com/office/drawing/2014/main" id="{5AF48CD9-3ADA-4037-9D05-C602B4DDE41B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92910FA1-708F-446D-A58E-9D6FB8E68E1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0665" name="日期占位符 12">
            <a:extLst>
              <a:ext uri="{FF2B5EF4-FFF2-40B4-BE49-F238E27FC236}">
                <a16:creationId xmlns:a16="http://schemas.microsoft.com/office/drawing/2014/main" id="{105DE9C5-6B02-44A0-B5B7-D0ACE8F6D68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45A85D67-4B5A-47EB-A0DC-EC69A84994F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0666" name="页脚占位符 14">
            <a:extLst>
              <a:ext uri="{FF2B5EF4-FFF2-40B4-BE49-F238E27FC236}">
                <a16:creationId xmlns:a16="http://schemas.microsoft.com/office/drawing/2014/main" id="{8B9C75CD-C5E1-4D5D-AC61-4E753CC97542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70667" name="Text Box 1029">
            <a:extLst>
              <a:ext uri="{FF2B5EF4-FFF2-40B4-BE49-F238E27FC236}">
                <a16:creationId xmlns:a16="http://schemas.microsoft.com/office/drawing/2014/main" id="{5E5E6EBE-148F-4D00-BE4A-8825253DF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0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Line 1027">
            <a:extLst>
              <a:ext uri="{FF2B5EF4-FFF2-40B4-BE49-F238E27FC236}">
                <a16:creationId xmlns:a16="http://schemas.microsoft.com/office/drawing/2014/main" id="{1E3DD287-F4FB-4584-BC3B-01250898E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7" name="Line 1031">
            <a:extLst>
              <a:ext uri="{FF2B5EF4-FFF2-40B4-BE49-F238E27FC236}">
                <a16:creationId xmlns:a16="http://schemas.microsoft.com/office/drawing/2014/main" id="{4B83E627-C877-4ED6-8EAE-FD7E0AA6A1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08" name="AutoShape 1032">
            <a:extLst>
              <a:ext uri="{FF2B5EF4-FFF2-40B4-BE49-F238E27FC236}">
                <a16:creationId xmlns:a16="http://schemas.microsoft.com/office/drawing/2014/main" id="{DB073140-8EE2-4148-9067-32CCA9229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2709" name="AutoShape 1033">
            <a:extLst>
              <a:ext uri="{FF2B5EF4-FFF2-40B4-BE49-F238E27FC236}">
                <a16:creationId xmlns:a16="http://schemas.microsoft.com/office/drawing/2014/main" id="{0A6EE0B2-EDE3-4B88-A8F0-CC52078A1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C8C624B-995A-46A6-BAC8-21E4E6CC9BC4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2711" name="Text Box 10">
            <a:extLst>
              <a:ext uri="{FF2B5EF4-FFF2-40B4-BE49-F238E27FC236}">
                <a16:creationId xmlns:a16="http://schemas.microsoft.com/office/drawing/2014/main" id="{39B800BA-FFC4-483C-9263-FE41C4513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36613"/>
            <a:ext cx="8572500" cy="515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位状态标志用来表示程序运行结果的状态信息，往往用作后继条件转移指令的转移控制条件，所以又称为</a:t>
            </a:r>
            <a:r>
              <a:rPr lang="zh-CN" altLang="en-US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条件码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320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  <a:r>
              <a:rPr lang="en-US" altLang="zh-CN" sz="3200">
                <a:ea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OF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200">
                <a:ea typeface="宋体" panose="02010600030101010101" pitchFamily="2" charset="-122"/>
              </a:rPr>
              <a:t>O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verflow </a:t>
            </a:r>
            <a:r>
              <a:rPr lang="en-US" altLang="zh-CN" sz="3200">
                <a:ea typeface="宋体" panose="02010600030101010101" pitchFamily="2" charset="-122"/>
              </a:rPr>
              <a:t>F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lag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）溢出标志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运算结果</a:t>
            </a:r>
            <a:r>
              <a:rPr lang="zh-CN" altLang="en-US" sz="3200">
                <a:solidFill>
                  <a:srgbClr val="FF0000"/>
                </a:solidFill>
                <a:ea typeface="宋体" panose="02010600030101010101" pitchFamily="2" charset="-122"/>
              </a:rPr>
              <a:t>溢出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时，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OF=1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；否则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OF=0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。只有</a:t>
            </a:r>
            <a:r>
              <a:rPr lang="zh-CN" altLang="en-US" sz="3200">
                <a:ea typeface="宋体" panose="02010600030101010101" pitchFamily="2" charset="-122"/>
              </a:rPr>
              <a:t>对有符号数才有意义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，有溢出时通过溢出中断处理加以解决。进位与溢出完全不同。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SF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200">
                <a:ea typeface="宋体" panose="02010600030101010101" pitchFamily="2" charset="-122"/>
              </a:rPr>
              <a:t>S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ign </a:t>
            </a:r>
            <a:r>
              <a:rPr lang="en-US" altLang="zh-CN" sz="3200">
                <a:ea typeface="宋体" panose="02010600030101010101" pitchFamily="2" charset="-122"/>
              </a:rPr>
              <a:t>F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lag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）符号标志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运算结果为负时，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SF=1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；否则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SF=0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r>
              <a:rPr lang="zh-CN" altLang="en-US" sz="3200">
                <a:solidFill>
                  <a:srgbClr val="FF0000"/>
                </a:solidFill>
                <a:ea typeface="宋体" panose="02010600030101010101" pitchFamily="2" charset="-122"/>
              </a:rPr>
              <a:t>用于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有符号运算。</a:t>
            </a:r>
          </a:p>
        </p:txBody>
      </p:sp>
      <p:sp>
        <p:nvSpPr>
          <p:cNvPr id="72712" name="灯片编号占位符 13">
            <a:extLst>
              <a:ext uri="{FF2B5EF4-FFF2-40B4-BE49-F238E27FC236}">
                <a16:creationId xmlns:a16="http://schemas.microsoft.com/office/drawing/2014/main" id="{FE7CF6B9-7EDD-4F6B-8354-D0BDA4B96CC2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6CDBB1F-F6DC-42F3-B0E7-36D5836941F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2713" name="日期占位符 12">
            <a:extLst>
              <a:ext uri="{FF2B5EF4-FFF2-40B4-BE49-F238E27FC236}">
                <a16:creationId xmlns:a16="http://schemas.microsoft.com/office/drawing/2014/main" id="{1D1D7139-1A4C-4B3B-85D4-E7A22A328C9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C0E2AB98-35E2-4A88-A11A-4294CD97D293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2714" name="页脚占位符 14">
            <a:extLst>
              <a:ext uri="{FF2B5EF4-FFF2-40B4-BE49-F238E27FC236}">
                <a16:creationId xmlns:a16="http://schemas.microsoft.com/office/drawing/2014/main" id="{15DAC310-C77B-4BE2-ADDD-98FEB333300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72715" name="Text Box 1029">
            <a:extLst>
              <a:ext uri="{FF2B5EF4-FFF2-40B4-BE49-F238E27FC236}">
                <a16:creationId xmlns:a16="http://schemas.microsoft.com/office/drawing/2014/main" id="{ADCFCE72-0EE5-4818-A693-B0C9326D3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Line 1027">
            <a:extLst>
              <a:ext uri="{FF2B5EF4-FFF2-40B4-BE49-F238E27FC236}">
                <a16:creationId xmlns:a16="http://schemas.microsoft.com/office/drawing/2014/main" id="{4F6408F2-F500-4147-BD17-7C38D50DB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5" name="Line 1031">
            <a:extLst>
              <a:ext uri="{FF2B5EF4-FFF2-40B4-BE49-F238E27FC236}">
                <a16:creationId xmlns:a16="http://schemas.microsoft.com/office/drawing/2014/main" id="{9BD09528-E493-4527-8E59-42E87DE20B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6" name="AutoShape 1032">
            <a:extLst>
              <a:ext uri="{FF2B5EF4-FFF2-40B4-BE49-F238E27FC236}">
                <a16:creationId xmlns:a16="http://schemas.microsoft.com/office/drawing/2014/main" id="{86627FFD-2D10-47ED-9FA2-B90EAF0D0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4757" name="AutoShape 1033">
            <a:extLst>
              <a:ext uri="{FF2B5EF4-FFF2-40B4-BE49-F238E27FC236}">
                <a16:creationId xmlns:a16="http://schemas.microsoft.com/office/drawing/2014/main" id="{BB2D9521-E4E7-4F61-B0FA-08050C291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F4D5709-582E-4392-9503-C17E2AE74E7D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4759" name="Text Box 10">
            <a:extLst>
              <a:ext uri="{FF2B5EF4-FFF2-40B4-BE49-F238E27FC236}">
                <a16:creationId xmlns:a16="http://schemas.microsoft.com/office/drawing/2014/main" id="{A457D12C-4BD2-4F9B-B07F-369A4D474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125538"/>
            <a:ext cx="71628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ZF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200">
                <a:ea typeface="宋体" panose="02010600030101010101" pitchFamily="2" charset="-122"/>
              </a:rPr>
              <a:t>Z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ero </a:t>
            </a:r>
            <a:r>
              <a:rPr lang="en-US" altLang="zh-CN" sz="3200">
                <a:ea typeface="宋体" panose="02010600030101010101" pitchFamily="2" charset="-122"/>
              </a:rPr>
              <a:t>F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lag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）零标志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运算结果为零时，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ZF=1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；否则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ZF=0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r>
              <a:rPr lang="zh-CN" altLang="en-US" sz="3200">
                <a:ea typeface="宋体" panose="02010600030101010101" pitchFamily="2" charset="-122"/>
              </a:rPr>
              <a:t>用于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分支、循环的转移控制。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(4)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CF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200">
                <a:ea typeface="宋体" panose="02010600030101010101" pitchFamily="2" charset="-122"/>
              </a:rPr>
              <a:t>C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arry </a:t>
            </a:r>
            <a:r>
              <a:rPr lang="en-US" altLang="zh-CN" sz="3200">
                <a:ea typeface="宋体" panose="02010600030101010101" pitchFamily="2" charset="-122"/>
              </a:rPr>
              <a:t>F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lag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）进位标志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运算时，最高有效位有进位或借位时，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CF=1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；否则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CF=0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。常</a:t>
            </a:r>
            <a:r>
              <a:rPr lang="zh-CN" altLang="en-US" sz="3200">
                <a:ea typeface="宋体" panose="02010600030101010101" pitchFamily="2" charset="-122"/>
              </a:rPr>
              <a:t>用于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多字节加、减，也用于条件转移。</a:t>
            </a:r>
          </a:p>
        </p:txBody>
      </p:sp>
      <p:sp>
        <p:nvSpPr>
          <p:cNvPr id="2" name="Text Box 25">
            <a:extLst>
              <a:ext uri="{FF2B5EF4-FFF2-40B4-BE49-F238E27FC236}">
                <a16:creationId xmlns:a16="http://schemas.microsoft.com/office/drawing/2014/main" id="{599D3388-1E53-4085-B47B-62464F382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4652963"/>
            <a:ext cx="3500438" cy="10842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600" dirty="0">
                <a:solidFill>
                  <a:srgbClr val="000000"/>
                </a:solidFill>
                <a:latin typeface="Times New Roman" charset="0"/>
              </a:rPr>
              <a:t>例：</a:t>
            </a:r>
            <a:r>
              <a:rPr lang="en-US" altLang="zh-CN" sz="2600" dirty="0">
                <a:solidFill>
                  <a:srgbClr val="000000"/>
                </a:solidFill>
                <a:latin typeface="Times New Roman" charset="0"/>
              </a:rPr>
              <a:t>ADD       AX,  BX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sz="2600" dirty="0">
                <a:solidFill>
                  <a:srgbClr val="000000"/>
                </a:solidFill>
                <a:latin typeface="Times New Roman" charset="0"/>
              </a:rPr>
              <a:t>        JO / JC    ERROR</a:t>
            </a:r>
          </a:p>
        </p:txBody>
      </p:sp>
      <p:sp>
        <p:nvSpPr>
          <p:cNvPr id="74761" name="灯片编号占位符 13">
            <a:extLst>
              <a:ext uri="{FF2B5EF4-FFF2-40B4-BE49-F238E27FC236}">
                <a16:creationId xmlns:a16="http://schemas.microsoft.com/office/drawing/2014/main" id="{1D3CDF02-0E96-481B-8562-712B73A42A87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AD7E5E47-F8BE-4B7E-B96F-C80CF13F634A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4762" name="日期占位符 12">
            <a:extLst>
              <a:ext uri="{FF2B5EF4-FFF2-40B4-BE49-F238E27FC236}">
                <a16:creationId xmlns:a16="http://schemas.microsoft.com/office/drawing/2014/main" id="{8B20629C-26A5-4DE2-82BC-E1CD40121AD4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21DF655E-DED6-49C0-ACB0-0C2A3CC4C5E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4763" name="页脚占位符 14">
            <a:extLst>
              <a:ext uri="{FF2B5EF4-FFF2-40B4-BE49-F238E27FC236}">
                <a16:creationId xmlns:a16="http://schemas.microsoft.com/office/drawing/2014/main" id="{DF199240-96E4-42E3-8A21-344B6AE545E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74764" name="Text Box 1029">
            <a:extLst>
              <a:ext uri="{FF2B5EF4-FFF2-40B4-BE49-F238E27FC236}">
                <a16:creationId xmlns:a16="http://schemas.microsoft.com/office/drawing/2014/main" id="{57844A47-6920-4B85-AD46-EACB08FC8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Line 1027">
            <a:extLst>
              <a:ext uri="{FF2B5EF4-FFF2-40B4-BE49-F238E27FC236}">
                <a16:creationId xmlns:a16="http://schemas.microsoft.com/office/drawing/2014/main" id="{CA2CC983-B475-490D-9872-87D2C56CC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3" name="Line 1031">
            <a:extLst>
              <a:ext uri="{FF2B5EF4-FFF2-40B4-BE49-F238E27FC236}">
                <a16:creationId xmlns:a16="http://schemas.microsoft.com/office/drawing/2014/main" id="{1AB4729C-AF76-4E5C-B838-503B1CBF38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4" name="AutoShape 1032">
            <a:extLst>
              <a:ext uri="{FF2B5EF4-FFF2-40B4-BE49-F238E27FC236}">
                <a16:creationId xmlns:a16="http://schemas.microsoft.com/office/drawing/2014/main" id="{AB8CDCFA-323A-4281-9D97-A721F4B4E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6805" name="AutoShape 1033">
            <a:extLst>
              <a:ext uri="{FF2B5EF4-FFF2-40B4-BE49-F238E27FC236}">
                <a16:creationId xmlns:a16="http://schemas.microsoft.com/office/drawing/2014/main" id="{2FB6C289-471D-408D-BBD1-A72FB4ED6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44A1852B-4E39-4494-A7F6-E49A46888AE3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6807" name="Text Box 10">
            <a:extLst>
              <a:ext uri="{FF2B5EF4-FFF2-40B4-BE49-F238E27FC236}">
                <a16:creationId xmlns:a16="http://schemas.microsoft.com/office/drawing/2014/main" id="{67618C80-2411-49F8-B40A-E940F353E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928688"/>
            <a:ext cx="7643812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(5)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 AF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200">
                <a:ea typeface="宋体" panose="02010600030101010101" pitchFamily="2" charset="-122"/>
              </a:rPr>
              <a:t>A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uxiliary Carry </a:t>
            </a:r>
            <a:r>
              <a:rPr lang="en-US" altLang="zh-CN" sz="3200">
                <a:ea typeface="宋体" panose="02010600030101010101" pitchFamily="2" charset="-122"/>
              </a:rPr>
              <a:t>F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lag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）辅助进位标志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运算时，低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位向高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为有进位或借位时，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AF=1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；否则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AF=0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r>
              <a:rPr lang="zh-CN" altLang="en-US" sz="3200">
                <a:ea typeface="宋体" panose="02010600030101010101" pitchFamily="2" charset="-122"/>
              </a:rPr>
              <a:t>用于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十进制算术运算的调整指令，如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DAA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DAS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AAA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(6)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PF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200">
                <a:ea typeface="宋体" panose="02010600030101010101" pitchFamily="2" charset="-122"/>
              </a:rPr>
              <a:t>P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arity </a:t>
            </a:r>
            <a:r>
              <a:rPr lang="en-US" altLang="zh-CN" sz="3200">
                <a:ea typeface="宋体" panose="02010600030101010101" pitchFamily="2" charset="-122"/>
              </a:rPr>
              <a:t>F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lag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）奇偶标志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运算结果的低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8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位中，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的个数为偶数，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PF=1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；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的个数为奇数，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PF=0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。常</a:t>
            </a:r>
            <a:r>
              <a:rPr lang="zh-CN" altLang="en-US" sz="3200">
                <a:ea typeface="宋体" panose="02010600030101010101" pitchFamily="2" charset="-122"/>
              </a:rPr>
              <a:t>用于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逻辑运算中，也用来检查数据传输中是否有错。</a:t>
            </a:r>
          </a:p>
        </p:txBody>
      </p:sp>
      <p:sp>
        <p:nvSpPr>
          <p:cNvPr id="76808" name="灯片编号占位符 13">
            <a:extLst>
              <a:ext uri="{FF2B5EF4-FFF2-40B4-BE49-F238E27FC236}">
                <a16:creationId xmlns:a16="http://schemas.microsoft.com/office/drawing/2014/main" id="{C10F87EC-1F88-48C8-988D-7971E90B92F2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003F90A-E3B3-44BF-AADC-456AFEB84BB2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6809" name="日期占位符 12">
            <a:extLst>
              <a:ext uri="{FF2B5EF4-FFF2-40B4-BE49-F238E27FC236}">
                <a16:creationId xmlns:a16="http://schemas.microsoft.com/office/drawing/2014/main" id="{DE5B893F-0351-46F0-9ABF-6CD62CA8DFB5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4F3E4F4C-6FF9-44E8-8273-DC398C6F5230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6810" name="页脚占位符 14">
            <a:extLst>
              <a:ext uri="{FF2B5EF4-FFF2-40B4-BE49-F238E27FC236}">
                <a16:creationId xmlns:a16="http://schemas.microsoft.com/office/drawing/2014/main" id="{C0AE0C86-5F97-4DC5-A933-30871C2C1BDB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76811" name="Text Box 1029">
            <a:extLst>
              <a:ext uri="{FF2B5EF4-FFF2-40B4-BE49-F238E27FC236}">
                <a16:creationId xmlns:a16="http://schemas.microsoft.com/office/drawing/2014/main" id="{AEC94D56-9D49-4CD9-95A1-81182D103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Line 1027">
            <a:extLst>
              <a:ext uri="{FF2B5EF4-FFF2-40B4-BE49-F238E27FC236}">
                <a16:creationId xmlns:a16="http://schemas.microsoft.com/office/drawing/2014/main" id="{087F43C3-9DA2-4099-B630-A5BE22ADC2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1" name="Line 1031">
            <a:extLst>
              <a:ext uri="{FF2B5EF4-FFF2-40B4-BE49-F238E27FC236}">
                <a16:creationId xmlns:a16="http://schemas.microsoft.com/office/drawing/2014/main" id="{D19B91A1-B792-42E6-88D6-BF38E91F74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2" name="AutoShape 1032">
            <a:extLst>
              <a:ext uri="{FF2B5EF4-FFF2-40B4-BE49-F238E27FC236}">
                <a16:creationId xmlns:a16="http://schemas.microsoft.com/office/drawing/2014/main" id="{7C0BF1FA-BD0E-4664-B3F8-CF153D653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8853" name="AutoShape 1033">
            <a:extLst>
              <a:ext uri="{FF2B5EF4-FFF2-40B4-BE49-F238E27FC236}">
                <a16:creationId xmlns:a16="http://schemas.microsoft.com/office/drawing/2014/main" id="{43322C2F-792B-4C08-9DEF-A4B8515CD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6686FEFD-A385-4A91-AC01-8A0AF405DDBC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8855" name="Text Box 10">
            <a:extLst>
              <a:ext uri="{FF2B5EF4-FFF2-40B4-BE49-F238E27FC236}">
                <a16:creationId xmlns:a16="http://schemas.microsoft.com/office/drawing/2014/main" id="{8EC11D00-63F6-48D3-9C9D-2D970DFEF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85800"/>
            <a:ext cx="7848600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三个控制标志用于控制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CPU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的工作。</a:t>
            </a:r>
          </a:p>
          <a:p>
            <a:pPr algn="just"/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TF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800">
                <a:ea typeface="宋体" panose="02010600030101010101" pitchFamily="2" charset="-122"/>
              </a:rPr>
              <a:t>T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rap </a:t>
            </a:r>
            <a:r>
              <a:rPr lang="en-US" altLang="zh-CN" sz="2800">
                <a:ea typeface="宋体" panose="02010600030101010101" pitchFamily="2" charset="-122"/>
              </a:rPr>
              <a:t>F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lag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）跟踪标志</a:t>
            </a:r>
          </a:p>
          <a:p>
            <a:pPr algn="just"/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当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TF=1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时，用于单步工作方式，便于调试程序；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TF=0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时，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CPU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正常工作。</a:t>
            </a:r>
          </a:p>
          <a:p>
            <a:pPr algn="just"/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IF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800">
                <a:ea typeface="宋体" panose="02010600030101010101" pitchFamily="2" charset="-122"/>
              </a:rPr>
              <a:t>I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nterrupt </a:t>
            </a:r>
            <a:r>
              <a:rPr lang="en-US" altLang="zh-CN" sz="2800">
                <a:ea typeface="宋体" panose="02010600030101010101" pitchFamily="2" charset="-122"/>
              </a:rPr>
              <a:t>F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lag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）中断允许标志</a:t>
            </a:r>
          </a:p>
          <a:p>
            <a:pPr algn="just"/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当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IF=1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时，允许中断，即可接收外部可屏蔽中断；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IF=0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时，关闭中断。有指令</a:t>
            </a:r>
            <a:r>
              <a:rPr lang="en-US" altLang="zh-CN" sz="2800">
                <a:solidFill>
                  <a:srgbClr val="FAB300"/>
                </a:solidFill>
                <a:ea typeface="宋体" panose="02010600030101010101" pitchFamily="2" charset="-122"/>
              </a:rPr>
              <a:t>STI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2800">
                <a:solidFill>
                  <a:srgbClr val="FAB300"/>
                </a:solidFill>
                <a:ea typeface="宋体" panose="02010600030101010101" pitchFamily="2" charset="-122"/>
              </a:rPr>
              <a:t>CLI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  <a:p>
            <a:pPr algn="just"/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DF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800">
                <a:ea typeface="宋体" panose="02010600030101010101" pitchFamily="2" charset="-122"/>
              </a:rPr>
              <a:t>D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irection </a:t>
            </a:r>
            <a:r>
              <a:rPr lang="en-US" altLang="zh-CN" sz="2800">
                <a:ea typeface="宋体" panose="02010600030101010101" pitchFamily="2" charset="-122"/>
              </a:rPr>
              <a:t>F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lag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）方向标志</a:t>
            </a:r>
          </a:p>
          <a:p>
            <a:pPr algn="just"/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用于字符串操作时，地址变化的方向。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DF=1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时，地址（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SI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DI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）减量，即从高地址到低地址；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DF=0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时，地址（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SI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DI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）增量，即从低地址到高地址。有指令</a:t>
            </a:r>
            <a:r>
              <a:rPr lang="en-US" altLang="zh-CN" sz="2800">
                <a:solidFill>
                  <a:srgbClr val="FAB300"/>
                </a:solidFill>
                <a:ea typeface="宋体" panose="02010600030101010101" pitchFamily="2" charset="-122"/>
              </a:rPr>
              <a:t>CLD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2800">
                <a:solidFill>
                  <a:srgbClr val="FAB300"/>
                </a:solidFill>
                <a:ea typeface="宋体" panose="02010600030101010101" pitchFamily="2" charset="-122"/>
              </a:rPr>
              <a:t>STD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endParaRPr lang="zh-CN" altLang="en-US" sz="32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8856" name="灯片编号占位符 13">
            <a:extLst>
              <a:ext uri="{FF2B5EF4-FFF2-40B4-BE49-F238E27FC236}">
                <a16:creationId xmlns:a16="http://schemas.microsoft.com/office/drawing/2014/main" id="{9BF6A36D-4415-4395-B9D4-5CBE3E3910C3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922BFDB5-619F-40D3-87FE-4CFB94988043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8857" name="日期占位符 12">
            <a:extLst>
              <a:ext uri="{FF2B5EF4-FFF2-40B4-BE49-F238E27FC236}">
                <a16:creationId xmlns:a16="http://schemas.microsoft.com/office/drawing/2014/main" id="{003C243B-4755-499D-80EF-7DF83AA66EF2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A8987C85-C3AE-48CD-AC78-DCF84EF73260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8858" name="页脚占位符 14">
            <a:extLst>
              <a:ext uri="{FF2B5EF4-FFF2-40B4-BE49-F238E27FC236}">
                <a16:creationId xmlns:a16="http://schemas.microsoft.com/office/drawing/2014/main" id="{3A04CDD0-3EA3-43AB-A5E0-92F327AEF628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78859" name="Text Box 1029">
            <a:extLst>
              <a:ext uri="{FF2B5EF4-FFF2-40B4-BE49-F238E27FC236}">
                <a16:creationId xmlns:a16="http://schemas.microsoft.com/office/drawing/2014/main" id="{3554CB49-72E4-4686-BDC3-D15CB3A8B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Line 1027">
            <a:extLst>
              <a:ext uri="{FF2B5EF4-FFF2-40B4-BE49-F238E27FC236}">
                <a16:creationId xmlns:a16="http://schemas.microsoft.com/office/drawing/2014/main" id="{0629BFAD-0543-4FA8-BCA6-9EB838E24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899" name="Line 1031">
            <a:extLst>
              <a:ext uri="{FF2B5EF4-FFF2-40B4-BE49-F238E27FC236}">
                <a16:creationId xmlns:a16="http://schemas.microsoft.com/office/drawing/2014/main" id="{22907EBF-CB53-45D6-808B-01421DEFF1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0" name="AutoShape 1032">
            <a:extLst>
              <a:ext uri="{FF2B5EF4-FFF2-40B4-BE49-F238E27FC236}">
                <a16:creationId xmlns:a16="http://schemas.microsoft.com/office/drawing/2014/main" id="{D6B87CBF-4149-4472-B079-9E88460DF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0901" name="AutoShape 1033">
            <a:extLst>
              <a:ext uri="{FF2B5EF4-FFF2-40B4-BE49-F238E27FC236}">
                <a16:creationId xmlns:a16="http://schemas.microsoft.com/office/drawing/2014/main" id="{7B838970-870D-4F87-81ED-053801274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46EEA2D-6897-4CDA-A4CA-242F29F987A6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0903" name="Text Box 10">
            <a:extLst>
              <a:ext uri="{FF2B5EF4-FFF2-40B4-BE49-F238E27FC236}">
                <a16:creationId xmlns:a16="http://schemas.microsoft.com/office/drawing/2014/main" id="{22878C14-5992-423C-9B40-43D671F24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981075"/>
            <a:ext cx="678180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在调试程序</a:t>
            </a:r>
            <a:r>
              <a:rPr lang="en-US" altLang="zh-CN" sz="3600">
                <a:ea typeface="宋体" panose="02010600030101010101" pitchFamily="2" charset="-122"/>
              </a:rPr>
              <a:t>DEBUG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下，可显示标志寄存器中的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8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位标志位（除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TF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）。并用如下表所示的符号表示。（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DEBUG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操作实例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）</a:t>
            </a: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0350" name="Group 30">
            <a:extLst>
              <a:ext uri="{FF2B5EF4-FFF2-40B4-BE49-F238E27FC236}">
                <a16:creationId xmlns:a16="http://schemas.microsoft.com/office/drawing/2014/main" id="{A1763E81-3587-457A-94DD-7FF290B9EBF6}"/>
              </a:ext>
            </a:extLst>
          </p:cNvPr>
          <p:cNvGraphicFramePr>
            <a:graphicFrameLocks noGrp="1"/>
          </p:cNvGraphicFramePr>
          <p:nvPr/>
        </p:nvGraphicFramePr>
        <p:xfrm>
          <a:off x="2000250" y="3357563"/>
          <a:ext cx="5286375" cy="2651125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标志位</a:t>
                      </a:r>
                    </a:p>
                  </a:txBody>
                  <a:tcPr marT="45639" marB="4563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onstantia" pitchFamily="18" charset="0"/>
                        <a:ea typeface="宋体" pitchFamily="2" charset="-122"/>
                      </a:endParaRPr>
                    </a:p>
                  </a:txBody>
                  <a:tcPr marT="45639" marB="4563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onstantia" pitchFamily="18" charset="0"/>
                        <a:ea typeface="宋体" pitchFamily="2" charset="-122"/>
                      </a:endParaRPr>
                    </a:p>
                  </a:txBody>
                  <a:tcPr marT="45639" marB="4563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55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OF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SF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ZF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CF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AF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PF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DF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IF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nstantia" pitchFamily="18" charset="0"/>
                        <a:ea typeface="宋体" pitchFamily="2" charset="-122"/>
                      </a:endParaRPr>
                    </a:p>
                  </a:txBody>
                  <a:tcPr marT="45639" marB="4563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OV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NG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ZR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CY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AC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PE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DN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EI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nstantia" pitchFamily="18" charset="0"/>
                        <a:ea typeface="宋体" pitchFamily="2" charset="-122"/>
                      </a:endParaRPr>
                    </a:p>
                  </a:txBody>
                  <a:tcPr marT="45639" marB="4563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NV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PL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NZ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NC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NA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PO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UP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itchFamily="18" charset="0"/>
                          <a:ea typeface="宋体" pitchFamily="2" charset="-122"/>
                        </a:rPr>
                        <a:t>DI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nstantia" pitchFamily="18" charset="0"/>
                        <a:ea typeface="宋体" pitchFamily="2" charset="-122"/>
                      </a:endParaRPr>
                    </a:p>
                  </a:txBody>
                  <a:tcPr marT="45639" marB="4563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0918" name="灯片编号占位符 13">
            <a:extLst>
              <a:ext uri="{FF2B5EF4-FFF2-40B4-BE49-F238E27FC236}">
                <a16:creationId xmlns:a16="http://schemas.microsoft.com/office/drawing/2014/main" id="{364EF232-7A43-48E1-B7BA-EE0D43092EDA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7C96E721-5DB9-4E42-8A2A-1753744E850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29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0919" name="日期占位符 12">
            <a:extLst>
              <a:ext uri="{FF2B5EF4-FFF2-40B4-BE49-F238E27FC236}">
                <a16:creationId xmlns:a16="http://schemas.microsoft.com/office/drawing/2014/main" id="{EBACA64D-95B3-413A-822F-6E902A6D3FE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C43B6253-2434-4236-B1C8-7C2E0EEC833C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0920" name="页脚占位符 14">
            <a:extLst>
              <a:ext uri="{FF2B5EF4-FFF2-40B4-BE49-F238E27FC236}">
                <a16:creationId xmlns:a16="http://schemas.microsoft.com/office/drawing/2014/main" id="{1AD1ED68-BFE0-4650-AFFB-80423878852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80921" name="Text Box 1029">
            <a:extLst>
              <a:ext uri="{FF2B5EF4-FFF2-40B4-BE49-F238E27FC236}">
                <a16:creationId xmlns:a16="http://schemas.microsoft.com/office/drawing/2014/main" id="{2E250769-2F9F-499F-A7EE-59330131F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Line 1027">
            <a:extLst>
              <a:ext uri="{FF2B5EF4-FFF2-40B4-BE49-F238E27FC236}">
                <a16:creationId xmlns:a16="http://schemas.microsoft.com/office/drawing/2014/main" id="{A0E7CDEA-53D8-4965-A222-18A44DF7C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47" name="Line 1031">
            <a:extLst>
              <a:ext uri="{FF2B5EF4-FFF2-40B4-BE49-F238E27FC236}">
                <a16:creationId xmlns:a16="http://schemas.microsoft.com/office/drawing/2014/main" id="{C62FF3B2-F56F-448B-BB9A-5C0B7C0D0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48" name="AutoShape 1032">
            <a:extLst>
              <a:ext uri="{FF2B5EF4-FFF2-40B4-BE49-F238E27FC236}">
                <a16:creationId xmlns:a16="http://schemas.microsoft.com/office/drawing/2014/main" id="{BB7D5A06-7D04-4C20-B2FF-457070DF5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949" name="AutoShape 1033">
            <a:extLst>
              <a:ext uri="{FF2B5EF4-FFF2-40B4-BE49-F238E27FC236}">
                <a16:creationId xmlns:a16="http://schemas.microsoft.com/office/drawing/2014/main" id="{9FBBADA0-B182-4C9D-9A56-8709F38D3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DBC4857F-17F8-4271-8CD3-39E2F970D30F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2951" name="Text Box 10">
            <a:extLst>
              <a:ext uri="{FF2B5EF4-FFF2-40B4-BE49-F238E27FC236}">
                <a16:creationId xmlns:a16="http://schemas.microsoft.com/office/drawing/2014/main" id="{B26712CC-B824-44E5-BA4A-15391887E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557338"/>
            <a:ext cx="8382000" cy="447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rgbClr val="FF3300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用于存放个逻辑段的</a:t>
            </a:r>
            <a:r>
              <a:rPr lang="zh-CN" altLang="en-US" sz="3200">
                <a:ea typeface="宋体" panose="02010600030101010101" pitchFamily="2" charset="-122"/>
              </a:rPr>
              <a:t>段基址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  <a:p>
            <a:pPr algn="just"/>
            <a:r>
              <a:rPr lang="zh-CN" altLang="en-US" sz="3200">
                <a:solidFill>
                  <a:srgbClr val="FF3300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rgbClr val="FF3300"/>
                </a:solidFill>
                <a:ea typeface="宋体" panose="02010600030101010101" pitchFamily="2" charset="-122"/>
              </a:rPr>
              <a:t>CS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——Code Segment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，代码段寄存器。划定和控制程序区。</a:t>
            </a:r>
          </a:p>
          <a:p>
            <a:pPr algn="just"/>
            <a:r>
              <a:rPr lang="zh-CN" altLang="en-US" sz="3200">
                <a:solidFill>
                  <a:srgbClr val="FF3300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rgbClr val="FF3300"/>
                </a:solidFill>
                <a:ea typeface="宋体" panose="02010600030101010101" pitchFamily="2" charset="-122"/>
              </a:rPr>
              <a:t>DS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——Data Segment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，数据段寄存器。划定和控制数据区。</a:t>
            </a:r>
          </a:p>
          <a:p>
            <a:pPr algn="just"/>
            <a:r>
              <a:rPr lang="zh-CN" altLang="en-US" sz="3200">
                <a:solidFill>
                  <a:srgbClr val="FF3300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rgbClr val="FF3300"/>
                </a:solidFill>
                <a:ea typeface="宋体" panose="02010600030101010101" pitchFamily="2" charset="-122"/>
              </a:rPr>
              <a:t>SS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——Stack Segment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，堆栈段寄存器。划定和控制堆栈区。</a:t>
            </a:r>
          </a:p>
          <a:p>
            <a:pPr algn="just"/>
            <a:r>
              <a:rPr lang="zh-CN" altLang="en-US" sz="3200">
                <a:solidFill>
                  <a:srgbClr val="FF3300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>
                <a:solidFill>
                  <a:srgbClr val="FF3300"/>
                </a:solidFill>
                <a:ea typeface="宋体" panose="02010600030101010101" pitchFamily="2" charset="-122"/>
              </a:rPr>
              <a:t>ES</a:t>
            </a:r>
            <a:r>
              <a:rPr lang="zh-CN" altLang="en-US" sz="3200">
                <a:solidFill>
                  <a:srgbClr val="FF33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ea typeface="宋体" panose="02010600030101010101" pitchFamily="2" charset="-122"/>
              </a:rPr>
              <a:t>FS</a:t>
            </a:r>
            <a:r>
              <a:rPr lang="zh-CN" altLang="en-US" sz="3200">
                <a:solidFill>
                  <a:srgbClr val="FF33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200">
                <a:ea typeface="宋体" panose="02010600030101010101" pitchFamily="2" charset="-122"/>
              </a:rPr>
              <a:t>GS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——Extra Segment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，附加段寄存器。划定和控制数据区。</a:t>
            </a:r>
          </a:p>
        </p:txBody>
      </p:sp>
      <p:sp>
        <p:nvSpPr>
          <p:cNvPr id="82952" name="灯片编号占位符 13">
            <a:extLst>
              <a:ext uri="{FF2B5EF4-FFF2-40B4-BE49-F238E27FC236}">
                <a16:creationId xmlns:a16="http://schemas.microsoft.com/office/drawing/2014/main" id="{4D4643F6-FFEB-4593-9BCE-DAB76A617E70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B7A94FAA-7D9E-4D9F-90AD-F1D48614077A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2953" name="日期占位符 12">
            <a:extLst>
              <a:ext uri="{FF2B5EF4-FFF2-40B4-BE49-F238E27FC236}">
                <a16:creationId xmlns:a16="http://schemas.microsoft.com/office/drawing/2014/main" id="{C480C361-5744-469C-946D-7D4A91CB5ACB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17034DBE-314C-4311-8D67-CC3DA3E3BBC3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2954" name="页脚占位符 14">
            <a:extLst>
              <a:ext uri="{FF2B5EF4-FFF2-40B4-BE49-F238E27FC236}">
                <a16:creationId xmlns:a16="http://schemas.microsoft.com/office/drawing/2014/main" id="{64D1BBAE-E4B1-4082-B022-2E6B9145C55D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82955" name="Text Box 1029">
            <a:extLst>
              <a:ext uri="{FF2B5EF4-FFF2-40B4-BE49-F238E27FC236}">
                <a16:creationId xmlns:a16="http://schemas.microsoft.com/office/drawing/2014/main" id="{AFA87EA5-3CCF-4774-B52D-8AC9A2031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82956" name="TextBox 11">
            <a:extLst>
              <a:ext uri="{FF2B5EF4-FFF2-40B4-BE49-F238E27FC236}">
                <a16:creationId xmlns:a16="http://schemas.microsoft.com/office/drawing/2014/main" id="{F73E076B-51CE-47CA-82B3-36F3D78F7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92150"/>
            <a:ext cx="46085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三、段寄存器</a:t>
            </a:r>
          </a:p>
        </p:txBody>
      </p:sp>
    </p:spTree>
  </p:cSld>
  <p:clrMapOvr>
    <a:masterClrMapping/>
  </p:clrMapOvr>
  <p:transition>
    <p:dissolv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Line 1027">
            <a:extLst>
              <a:ext uri="{FF2B5EF4-FFF2-40B4-BE49-F238E27FC236}">
                <a16:creationId xmlns:a16="http://schemas.microsoft.com/office/drawing/2014/main" id="{4D10A399-3C88-4BD8-875F-0FF0EB8E39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5" name="Line 1031">
            <a:extLst>
              <a:ext uri="{FF2B5EF4-FFF2-40B4-BE49-F238E27FC236}">
                <a16:creationId xmlns:a16="http://schemas.microsoft.com/office/drawing/2014/main" id="{B243D39D-E5AC-4C95-B4F5-3D7E5AFC37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6" name="AutoShape 1032">
            <a:extLst>
              <a:ext uri="{FF2B5EF4-FFF2-40B4-BE49-F238E27FC236}">
                <a16:creationId xmlns:a16="http://schemas.microsoft.com/office/drawing/2014/main" id="{CAEFB31C-527E-497A-B2D1-05D278A5D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76513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4997" name="AutoShape 1033">
            <a:extLst>
              <a:ext uri="{FF2B5EF4-FFF2-40B4-BE49-F238E27FC236}">
                <a16:creationId xmlns:a16="http://schemas.microsoft.com/office/drawing/2014/main" id="{DDBD0995-307F-4B35-A45B-ACD0D3D99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C419872E-6D79-4092-A20C-F8964DC55B0F}"/>
              </a:ext>
            </a:extLst>
          </p:cNvPr>
          <p:cNvSpPr txBox="1">
            <a:spLocks noChangeArrowheads="1"/>
          </p:cNvSpPr>
          <p:nvPr/>
        </p:nvSpPr>
        <p:spPr>
          <a:xfrm>
            <a:off x="4411663" y="32972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4999" name="Text Box 10">
            <a:extLst>
              <a:ext uri="{FF2B5EF4-FFF2-40B4-BE49-F238E27FC236}">
                <a16:creationId xmlns:a16="http://schemas.microsoft.com/office/drawing/2014/main" id="{546454BB-9EB6-40CD-A1E7-E71C653D2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3940175"/>
            <a:ext cx="8382000" cy="20621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defRPr/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32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位地址模式（保护模式）下，处理器仍然使用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位的段寄存器，但它们的存储内容发生了变化（参见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32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位地址模式内存寻址）。</a:t>
            </a:r>
          </a:p>
          <a:p>
            <a:pPr algn="just">
              <a:defRPr/>
            </a:pP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32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位还增加的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FS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GS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，作用和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ES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类似。 </a:t>
            </a:r>
            <a:endParaRPr lang="zh-CN" altLang="en-US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5000" name="灯片编号占位符 13">
            <a:extLst>
              <a:ext uri="{FF2B5EF4-FFF2-40B4-BE49-F238E27FC236}">
                <a16:creationId xmlns:a16="http://schemas.microsoft.com/office/drawing/2014/main" id="{5047E4E3-8778-426E-B32E-F5B0E15F82F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C8648F9-B285-42BD-B4AD-6B87FB2612C4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5001" name="日期占位符 12">
            <a:extLst>
              <a:ext uri="{FF2B5EF4-FFF2-40B4-BE49-F238E27FC236}">
                <a16:creationId xmlns:a16="http://schemas.microsoft.com/office/drawing/2014/main" id="{B402BBA8-8282-4832-A1BF-44DA057E53E4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A9A05F8F-2F96-4F57-B9DA-710DBBDDE40E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5002" name="页脚占位符 14">
            <a:extLst>
              <a:ext uri="{FF2B5EF4-FFF2-40B4-BE49-F238E27FC236}">
                <a16:creationId xmlns:a16="http://schemas.microsoft.com/office/drawing/2014/main" id="{954D9383-3082-4073-B253-9CD31089BCA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85003" name="Text Box 1029">
            <a:extLst>
              <a:ext uri="{FF2B5EF4-FFF2-40B4-BE49-F238E27FC236}">
                <a16:creationId xmlns:a16="http://schemas.microsoft.com/office/drawing/2014/main" id="{524D451D-247A-4546-9CEE-44ECD9DB3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89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2.2   80x86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的寄存器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85004" name="TextBox 11">
            <a:extLst>
              <a:ext uri="{FF2B5EF4-FFF2-40B4-BE49-F238E27FC236}">
                <a16:creationId xmlns:a16="http://schemas.microsoft.com/office/drawing/2014/main" id="{D53C99F6-D833-42FC-A678-B02CE4C0D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922338"/>
            <a:ext cx="31321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FF3300"/>
                </a:solidFill>
                <a:ea typeface="楷体" panose="02010609060101010101" pitchFamily="49" charset="-122"/>
              </a:rPr>
              <a:t>段寄存器的作用：</a:t>
            </a:r>
          </a:p>
        </p:txBody>
      </p:sp>
      <p:sp>
        <p:nvSpPr>
          <p:cNvPr id="85005" name="文本框 1">
            <a:extLst>
              <a:ext uri="{FF2B5EF4-FFF2-40B4-BE49-F238E27FC236}">
                <a16:creationId xmlns:a16="http://schemas.microsoft.com/office/drawing/2014/main" id="{1431AE28-40E8-4288-A9A0-CD98DAFEA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413" y="1089025"/>
            <a:ext cx="1511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>
                <a:ea typeface="楷体" panose="02010609060101010101" pitchFamily="49" charset="-122"/>
                <a:hlinkClick r:id="rId3" action="ppaction://hlinksldjump"/>
              </a:rPr>
              <a:t>保护模式</a:t>
            </a:r>
            <a:endParaRPr lang="zh-CN" altLang="en-US" sz="2400">
              <a:ea typeface="楷体" panose="02010609060101010101" pitchFamily="49" charset="-122"/>
            </a:endParaRPr>
          </a:p>
        </p:txBody>
      </p:sp>
      <p:sp>
        <p:nvSpPr>
          <p:cNvPr id="85006" name="文本框 3">
            <a:extLst>
              <a:ext uri="{FF2B5EF4-FFF2-40B4-BE49-F238E27FC236}">
                <a16:creationId xmlns:a16="http://schemas.microsoft.com/office/drawing/2014/main" id="{A9CB4534-4A4F-443C-99AB-3F3BCC46D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600200"/>
            <a:ext cx="6551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000000"/>
                </a:solidFill>
                <a:ea typeface="楷体" panose="02010609060101010101" pitchFamily="49" charset="-122"/>
              </a:rPr>
              <a:t>通过“段地址</a:t>
            </a:r>
            <a:r>
              <a:rPr lang="en-US" altLang="zh-CN" sz="2800">
                <a:solidFill>
                  <a:srgbClr val="000000"/>
                </a:solidFill>
                <a:ea typeface="楷体" panose="02010609060101010101" pitchFamily="49" charset="-122"/>
              </a:rPr>
              <a:t>:</a:t>
            </a:r>
            <a:r>
              <a:rPr lang="zh-CN" altLang="en-US" sz="2800">
                <a:solidFill>
                  <a:srgbClr val="000000"/>
                </a:solidFill>
                <a:ea typeface="楷体" panose="02010609060101010101" pitchFamily="49" charset="-122"/>
              </a:rPr>
              <a:t>偏移地址”访问内存单元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797A1F-31B9-4126-8C93-C1ACF8C5A08D}"/>
              </a:ext>
            </a:extLst>
          </p:cNvPr>
          <p:cNvSpPr txBox="1"/>
          <p:nvPr/>
        </p:nvSpPr>
        <p:spPr bwMode="auto">
          <a:xfrm>
            <a:off x="1112838" y="2209800"/>
            <a:ext cx="6804025" cy="1570038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sq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位地址模式（实模式）下，段地址和偏移地址都是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位的，</a:t>
            </a:r>
            <a:r>
              <a:rPr lang="en-US" altLang="zh-CN" sz="3200" dirty="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3200" dirty="0">
                <a:solidFill>
                  <a:schemeClr val="tx1"/>
                </a:solidFill>
                <a:ea typeface="宋体" panose="02010600030101010101" pitchFamily="2" charset="-122"/>
              </a:rPr>
              <a:t>位的段寄存器用于段地址。</a:t>
            </a:r>
            <a:endParaRPr lang="zh-CN" altLang="en-US" sz="3200" dirty="0">
              <a:solidFill>
                <a:srgbClr val="000000"/>
              </a:solidFill>
              <a:ea typeface="楷体" pitchFamily="49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Line 1027">
            <a:extLst>
              <a:ext uri="{FF2B5EF4-FFF2-40B4-BE49-F238E27FC236}">
                <a16:creationId xmlns:a16="http://schemas.microsoft.com/office/drawing/2014/main" id="{8EA68E79-F884-4E89-96D4-AD11BE611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3" name="Line 1031">
            <a:extLst>
              <a:ext uri="{FF2B5EF4-FFF2-40B4-BE49-F238E27FC236}">
                <a16:creationId xmlns:a16="http://schemas.microsoft.com/office/drawing/2014/main" id="{B5314172-3688-4A5E-98FD-4EE55A17EC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044" name="AutoShape 1032">
            <a:extLst>
              <a:ext uri="{FF2B5EF4-FFF2-40B4-BE49-F238E27FC236}">
                <a16:creationId xmlns:a16="http://schemas.microsoft.com/office/drawing/2014/main" id="{43388932-76DE-4A22-85E6-7E64EE317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7045" name="AutoShape 1033">
            <a:extLst>
              <a:ext uri="{FF2B5EF4-FFF2-40B4-BE49-F238E27FC236}">
                <a16:creationId xmlns:a16="http://schemas.microsoft.com/office/drawing/2014/main" id="{464B0DEF-54B3-4F38-8CAB-6611B7CBF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E99453B-7573-4CA6-A742-946547980BC6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DC54DAE1-2857-40DC-9534-567EA874A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341438"/>
            <a:ext cx="40322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lang="zh-CN" altLang="en-US" sz="40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C8D65BB2-5658-40C0-A7A2-930D2D11C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924175"/>
            <a:ext cx="604837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一、存储器的物理组织</a:t>
            </a:r>
          </a:p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二、存储器内的数据组织</a:t>
            </a:r>
            <a:endParaRPr lang="en-US" altLang="zh-CN" sz="360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三、内存的分段结构</a:t>
            </a:r>
          </a:p>
        </p:txBody>
      </p:sp>
      <p:sp>
        <p:nvSpPr>
          <p:cNvPr id="87049" name="灯片编号占位符 13">
            <a:extLst>
              <a:ext uri="{FF2B5EF4-FFF2-40B4-BE49-F238E27FC236}">
                <a16:creationId xmlns:a16="http://schemas.microsoft.com/office/drawing/2014/main" id="{59235373-AFE4-428B-A7E2-1AD63FD7E3EE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4D98FC1-9B0C-4A3B-A55B-320D54683A4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7050" name="日期占位符 12">
            <a:extLst>
              <a:ext uri="{FF2B5EF4-FFF2-40B4-BE49-F238E27FC236}">
                <a16:creationId xmlns:a16="http://schemas.microsoft.com/office/drawing/2014/main" id="{1422D509-BB46-4954-AEEC-1CA14061C829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B7A5EBA9-138C-4F20-8181-FD7CB603306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7051" name="页脚占位符 14">
            <a:extLst>
              <a:ext uri="{FF2B5EF4-FFF2-40B4-BE49-F238E27FC236}">
                <a16:creationId xmlns:a16="http://schemas.microsoft.com/office/drawing/2014/main" id="{F635BF76-F2FE-4A07-B6B4-4495D27BEA74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48244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</a:t>
            </a:r>
          </a:p>
        </p:txBody>
      </p:sp>
      <p:sp>
        <p:nvSpPr>
          <p:cNvPr id="87052" name="Text Box 1029">
            <a:extLst>
              <a:ext uri="{FF2B5EF4-FFF2-40B4-BE49-F238E27FC236}">
                <a16:creationId xmlns:a16="http://schemas.microsoft.com/office/drawing/2014/main" id="{236EC126-F651-403F-A04D-EB7F1B620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80x86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编程的硬件基础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Line 1027">
            <a:extLst>
              <a:ext uri="{FF2B5EF4-FFF2-40B4-BE49-F238E27FC236}">
                <a16:creationId xmlns:a16="http://schemas.microsoft.com/office/drawing/2014/main" id="{99F2B619-AF7C-44BC-A3D2-8B47595FE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091" name="Line 1031">
            <a:extLst>
              <a:ext uri="{FF2B5EF4-FFF2-40B4-BE49-F238E27FC236}">
                <a16:creationId xmlns:a16="http://schemas.microsoft.com/office/drawing/2014/main" id="{9156285E-854B-4852-B8F8-37FF4E1FBB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2" name="AutoShape 1032">
            <a:extLst>
              <a:ext uri="{FF2B5EF4-FFF2-40B4-BE49-F238E27FC236}">
                <a16:creationId xmlns:a16="http://schemas.microsoft.com/office/drawing/2014/main" id="{D9257BAC-85D2-4D98-96AC-F8DBD99A9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9093" name="AutoShape 1033">
            <a:extLst>
              <a:ext uri="{FF2B5EF4-FFF2-40B4-BE49-F238E27FC236}">
                <a16:creationId xmlns:a16="http://schemas.microsoft.com/office/drawing/2014/main" id="{49E6961A-4624-4D99-B77E-F85902799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9AD08CBE-60B0-4E47-94EC-432D3CCBD857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134" name="Text Box 6">
            <a:extLst>
              <a:ext uri="{FF2B5EF4-FFF2-40B4-BE49-F238E27FC236}">
                <a16:creationId xmlns:a16="http://schemas.microsoft.com/office/drawing/2014/main" id="{60BEAA14-8639-4E9F-9320-9EDDC4C43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773238"/>
            <a:ext cx="7273925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PC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机中，存储器是以</a:t>
            </a:r>
            <a:r>
              <a:rPr lang="zh-CN" altLang="en-US" sz="3200">
                <a:solidFill>
                  <a:srgbClr val="FF0000"/>
                </a:solidFill>
                <a:ea typeface="宋体" panose="02010600030101010101" pitchFamily="2" charset="-122"/>
              </a:rPr>
              <a:t>“字节”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为基本存储单位。为了正确地存放或取得信息，每一个字节单元必须有一个唯一的存储单元地址，称为物理地址或绝对地址。</a:t>
            </a:r>
            <a:endParaRPr lang="zh-CN" altLang="en-US" sz="3200" b="0">
              <a:ea typeface="宋体" panose="02010600030101010101" pitchFamily="2" charset="-122"/>
            </a:endParaRPr>
          </a:p>
        </p:txBody>
      </p:sp>
      <p:sp>
        <p:nvSpPr>
          <p:cNvPr id="89096" name="灯片编号占位符 13">
            <a:extLst>
              <a:ext uri="{FF2B5EF4-FFF2-40B4-BE49-F238E27FC236}">
                <a16:creationId xmlns:a16="http://schemas.microsoft.com/office/drawing/2014/main" id="{FB3BFC32-BEA1-4210-8D29-347DEFC2D253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B47BA62-6FC3-41C1-BACE-BFDC318DFE80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9097" name="日期占位符 12">
            <a:extLst>
              <a:ext uri="{FF2B5EF4-FFF2-40B4-BE49-F238E27FC236}">
                <a16:creationId xmlns:a16="http://schemas.microsoft.com/office/drawing/2014/main" id="{1D4449F6-7A6E-420C-B29C-A6166F5F1EFB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205B9C2B-0012-454E-9628-0678A6BB1E9B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9098" name="页脚占位符 14">
            <a:extLst>
              <a:ext uri="{FF2B5EF4-FFF2-40B4-BE49-F238E27FC236}">
                <a16:creationId xmlns:a16="http://schemas.microsoft.com/office/drawing/2014/main" id="{4A7A7F89-1F38-4F2A-A635-F321D636B856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89099" name="Text Box 1029">
            <a:extLst>
              <a:ext uri="{FF2B5EF4-FFF2-40B4-BE49-F238E27FC236}">
                <a16:creationId xmlns:a16="http://schemas.microsoft.com/office/drawing/2014/main" id="{6FDCA422-7746-4718-907B-76880AEEF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89100" name="TextBox 11">
            <a:extLst>
              <a:ext uri="{FF2B5EF4-FFF2-40B4-BE49-F238E27FC236}">
                <a16:creationId xmlns:a16="http://schemas.microsoft.com/office/drawing/2014/main" id="{F7FFE8B9-D3D3-483D-83AB-D06152E6B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5976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一、存储器的物理组织</a:t>
            </a:r>
          </a:p>
        </p:txBody>
      </p:sp>
      <p:sp>
        <p:nvSpPr>
          <p:cNvPr id="89101" name="Text Box 32">
            <a:extLst>
              <a:ext uri="{FF2B5EF4-FFF2-40B4-BE49-F238E27FC236}">
                <a16:creationId xmlns:a16="http://schemas.microsoft.com/office/drawing/2014/main" id="{2C6E88C2-DD34-4CC4-B05C-9C963686E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437063"/>
            <a:ext cx="6769100" cy="15541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ea typeface="楷体" panose="02010609060101010101" pitchFamily="49" charset="-122"/>
              </a:rPr>
              <a:t>	从存储器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3200">
                <a:ea typeface="楷体" panose="02010609060101010101" pitchFamily="49" charset="-122"/>
              </a:rPr>
              <a:t>读出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3200">
                <a:ea typeface="楷体" panose="02010609060101010101" pitchFamily="49" charset="-122"/>
              </a:rPr>
              <a:t>或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3200">
                <a:ea typeface="楷体" panose="02010609060101010101" pitchFamily="49" charset="-122"/>
              </a:rPr>
              <a:t>写入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3200">
                <a:ea typeface="楷体" panose="02010609060101010101" pitchFamily="49" charset="-122"/>
              </a:rPr>
              <a:t>数据必需是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3200">
                <a:ea typeface="楷体" panose="02010609060101010101" pitchFamily="49" charset="-122"/>
              </a:rPr>
              <a:t>字节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3200">
                <a:ea typeface="楷体" panose="02010609060101010101" pitchFamily="49" charset="-122"/>
              </a:rPr>
              <a:t>的倍数，是</a:t>
            </a:r>
            <a:r>
              <a:rPr lang="zh-CN" altLang="en-US" sz="3200">
                <a:solidFill>
                  <a:srgbClr val="FF0000"/>
                </a:solidFill>
                <a:ea typeface="楷体" panose="02010609060101010101" pitchFamily="49" charset="-122"/>
              </a:rPr>
              <a:t>字节、字、双字</a:t>
            </a:r>
            <a:r>
              <a:rPr lang="zh-CN" altLang="en-US" sz="3200">
                <a:ea typeface="楷体" panose="02010609060101010101" pitchFamily="49" charset="-122"/>
              </a:rPr>
              <a:t>等。</a:t>
            </a:r>
          </a:p>
        </p:txBody>
      </p:sp>
      <p:sp>
        <p:nvSpPr>
          <p:cNvPr id="89102" name="Text Box 34">
            <a:extLst>
              <a:ext uri="{FF2B5EF4-FFF2-40B4-BE49-F238E27FC236}">
                <a16:creationId xmlns:a16="http://schemas.microsoft.com/office/drawing/2014/main" id="{2CF00EA6-50E2-4E3D-A914-33EC05596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981075"/>
            <a:ext cx="1150937" cy="641350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ea typeface="隶书" panose="02010509060101010101" pitchFamily="49" charset="-122"/>
              </a:rPr>
              <a:t>内存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Line 1027">
            <a:extLst>
              <a:ext uri="{FF2B5EF4-FFF2-40B4-BE49-F238E27FC236}">
                <a16:creationId xmlns:a16="http://schemas.microsoft.com/office/drawing/2014/main" id="{C3814C78-111B-444A-BB0A-340665BE47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39" name="Line 1031">
            <a:extLst>
              <a:ext uri="{FF2B5EF4-FFF2-40B4-BE49-F238E27FC236}">
                <a16:creationId xmlns:a16="http://schemas.microsoft.com/office/drawing/2014/main" id="{B74EAB98-ACED-4AD5-AA16-28E52D97F7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40" name="AutoShape 1032">
            <a:extLst>
              <a:ext uri="{FF2B5EF4-FFF2-40B4-BE49-F238E27FC236}">
                <a16:creationId xmlns:a16="http://schemas.microsoft.com/office/drawing/2014/main" id="{0F54BC3D-C31C-46FA-B21E-8A3490E48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1141" name="AutoShape 1033">
            <a:extLst>
              <a:ext uri="{FF2B5EF4-FFF2-40B4-BE49-F238E27FC236}">
                <a16:creationId xmlns:a16="http://schemas.microsoft.com/office/drawing/2014/main" id="{52FB7AA9-8E74-455B-ADE7-334C3EC7B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8BBABF2-6708-4909-824C-8C02A28ACA3C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157" name="Text Box 5">
            <a:extLst>
              <a:ext uri="{FF2B5EF4-FFF2-40B4-BE49-F238E27FC236}">
                <a16:creationId xmlns:a16="http://schemas.microsoft.com/office/drawing/2014/main" id="{E74628DB-C65E-4B5B-A558-6F47907A7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781300"/>
            <a:ext cx="7086600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buFontTx/>
              <a:buChar char="•"/>
            </a:pP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从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开始编号，顺序加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  <a:p>
            <a:pPr algn="just">
              <a:buFontTx/>
              <a:buChar char="•"/>
            </a:pP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机内地址用二进制表示，是无符号整数。</a:t>
            </a:r>
          </a:p>
          <a:p>
            <a:pPr algn="just">
              <a:buFontTx/>
              <a:buChar char="•"/>
            </a:pP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为了书写方便，地址一般也用十六进制表示（内容也一样）。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1144" name="灯片编号占位符 13">
            <a:extLst>
              <a:ext uri="{FF2B5EF4-FFF2-40B4-BE49-F238E27FC236}">
                <a16:creationId xmlns:a16="http://schemas.microsoft.com/office/drawing/2014/main" id="{C570EF6C-E3FC-4F2E-9C71-1736E9609FBE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B5C4F322-F5A5-41D4-9BBA-5CCE10B20CAB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1145" name="日期占位符 12">
            <a:extLst>
              <a:ext uri="{FF2B5EF4-FFF2-40B4-BE49-F238E27FC236}">
                <a16:creationId xmlns:a16="http://schemas.microsoft.com/office/drawing/2014/main" id="{AC0FDA69-9476-440E-81D1-555A1177B52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9ABFCC8-4D72-40A5-9B66-D9932EADAEBD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1146" name="页脚占位符 14">
            <a:extLst>
              <a:ext uri="{FF2B5EF4-FFF2-40B4-BE49-F238E27FC236}">
                <a16:creationId xmlns:a16="http://schemas.microsoft.com/office/drawing/2014/main" id="{D0FF858E-3777-4114-B7C9-879DA07652EA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91147" name="Text Box 1029">
            <a:extLst>
              <a:ext uri="{FF2B5EF4-FFF2-40B4-BE49-F238E27FC236}">
                <a16:creationId xmlns:a16="http://schemas.microsoft.com/office/drawing/2014/main" id="{855DEEE7-749A-4AC0-80B0-21F7EBBAF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91148" name="Text Box 12">
            <a:extLst>
              <a:ext uri="{FF2B5EF4-FFF2-40B4-BE49-F238E27FC236}">
                <a16:creationId xmlns:a16="http://schemas.microsoft.com/office/drawing/2014/main" id="{3F0C635A-F6FD-41BE-A840-AA9268DC1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341438"/>
            <a:ext cx="6337300" cy="11906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存储器地址</a:t>
            </a:r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开始，顺序给存储单元的编号。</a:t>
            </a:r>
            <a:endParaRPr lang="zh-CN" altLang="en-US" sz="3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Line 1027">
            <a:extLst>
              <a:ext uri="{FF2B5EF4-FFF2-40B4-BE49-F238E27FC236}">
                <a16:creationId xmlns:a16="http://schemas.microsoft.com/office/drawing/2014/main" id="{723E1552-25FB-447E-A983-B5265D7DF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87" name="Line 1031">
            <a:extLst>
              <a:ext uri="{FF2B5EF4-FFF2-40B4-BE49-F238E27FC236}">
                <a16:creationId xmlns:a16="http://schemas.microsoft.com/office/drawing/2014/main" id="{778E94F1-E27D-4D33-833E-80FE8DF597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3188" name="AutoShape 1032">
            <a:extLst>
              <a:ext uri="{FF2B5EF4-FFF2-40B4-BE49-F238E27FC236}">
                <a16:creationId xmlns:a16="http://schemas.microsoft.com/office/drawing/2014/main" id="{2111C8C4-F284-4F22-88F1-450ADCF8F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3189" name="AutoShape 1033">
            <a:extLst>
              <a:ext uri="{FF2B5EF4-FFF2-40B4-BE49-F238E27FC236}">
                <a16:creationId xmlns:a16="http://schemas.microsoft.com/office/drawing/2014/main" id="{55803EBD-10B1-4E1A-9AB7-FE9E96C61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1E06E376-A220-4D1B-8138-DB26886FE4E0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3733" name="Text Box 5">
            <a:extLst>
              <a:ext uri="{FF2B5EF4-FFF2-40B4-BE49-F238E27FC236}">
                <a16:creationId xmlns:a16="http://schemas.microsoft.com/office/drawing/2014/main" id="{419828E5-4F72-4ACD-8C89-BDA4ED4F9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62000"/>
            <a:ext cx="8640763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用二进制数表示地址，一个地址与一个字节单元是一一对应的。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 i="1">
                <a:solidFill>
                  <a:schemeClr val="accent1"/>
                </a:solidFill>
                <a:ea typeface="宋体" panose="02010600030101010101" pitchFamily="2" charset="-122"/>
              </a:rPr>
              <a:t>二进制位数		存储单元数</a:t>
            </a:r>
            <a:endParaRPr lang="zh-CN" altLang="en-US" sz="320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8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		2</a:t>
            </a:r>
            <a:r>
              <a:rPr lang="en-US" altLang="zh-CN" sz="3200" baseline="30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	2</a:t>
            </a:r>
          </a:p>
          <a:p>
            <a:pPr algn="just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	2		2</a:t>
            </a:r>
            <a:r>
              <a:rPr lang="en-US" altLang="zh-CN" sz="3200" baseline="30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	4</a:t>
            </a:r>
          </a:p>
          <a:p>
            <a:pPr algn="just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	4		2</a:t>
            </a:r>
            <a:r>
              <a:rPr lang="en-US" altLang="zh-CN" sz="3200" baseline="3000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	16</a:t>
            </a:r>
          </a:p>
          <a:p>
            <a:pPr algn="just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	16		2</a:t>
            </a:r>
            <a:r>
              <a:rPr lang="en-US" altLang="zh-CN" sz="3200" baseline="3000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	65536</a:t>
            </a: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64KB</a:t>
            </a: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）</a:t>
            </a:r>
          </a:p>
          <a:p>
            <a:pPr algn="just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	20		2</a:t>
            </a:r>
            <a:r>
              <a:rPr lang="en-US" altLang="zh-CN" sz="3200" baseline="30000">
                <a:solidFill>
                  <a:schemeClr val="tx1"/>
                </a:solidFill>
                <a:ea typeface="宋体" panose="02010600030101010101" pitchFamily="2" charset="-122"/>
              </a:rPr>
              <a:t>20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	1048576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1MB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</a:t>
            </a:r>
          </a:p>
          <a:p>
            <a:pPr algn="just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PC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机字长为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位，所以可表示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0~65535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个字节单元。为了书写方便，其地址的编号用十六进制表示：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0~FFFFH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93192" name="灯片编号占位符 13">
            <a:extLst>
              <a:ext uri="{FF2B5EF4-FFF2-40B4-BE49-F238E27FC236}">
                <a16:creationId xmlns:a16="http://schemas.microsoft.com/office/drawing/2014/main" id="{FEA0FB20-DFB1-4D37-80A8-F5552C50C50F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72081F57-0FB8-4239-96C8-36794B10EE9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3193" name="日期占位符 12">
            <a:extLst>
              <a:ext uri="{FF2B5EF4-FFF2-40B4-BE49-F238E27FC236}">
                <a16:creationId xmlns:a16="http://schemas.microsoft.com/office/drawing/2014/main" id="{AA2D54AC-8304-4E02-AD3F-8F9B3DEE974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723A95B5-9958-4AC7-967E-C45502DF284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3194" name="页脚占位符 14">
            <a:extLst>
              <a:ext uri="{FF2B5EF4-FFF2-40B4-BE49-F238E27FC236}">
                <a16:creationId xmlns:a16="http://schemas.microsoft.com/office/drawing/2014/main" id="{C9A8EFE3-B61F-495F-BAF8-1312C1F23DF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93195" name="Text Box 1029">
            <a:extLst>
              <a:ext uri="{FF2B5EF4-FFF2-40B4-BE49-F238E27FC236}">
                <a16:creationId xmlns:a16="http://schemas.microsoft.com/office/drawing/2014/main" id="{6E0A30EC-BDAA-4A51-80DD-3C7E09C22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Line 1027">
            <a:extLst>
              <a:ext uri="{FF2B5EF4-FFF2-40B4-BE49-F238E27FC236}">
                <a16:creationId xmlns:a16="http://schemas.microsoft.com/office/drawing/2014/main" id="{17E73A09-055F-4833-BA4D-C6B117124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5" name="Line 1031">
            <a:extLst>
              <a:ext uri="{FF2B5EF4-FFF2-40B4-BE49-F238E27FC236}">
                <a16:creationId xmlns:a16="http://schemas.microsoft.com/office/drawing/2014/main" id="{31617108-2B61-46AF-AC9E-5516022AD7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36" name="AutoShape 1032">
            <a:extLst>
              <a:ext uri="{FF2B5EF4-FFF2-40B4-BE49-F238E27FC236}">
                <a16:creationId xmlns:a16="http://schemas.microsoft.com/office/drawing/2014/main" id="{F51A0C07-83ED-49FB-9718-E310FB63F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5237" name="AutoShape 1033">
            <a:extLst>
              <a:ext uri="{FF2B5EF4-FFF2-40B4-BE49-F238E27FC236}">
                <a16:creationId xmlns:a16="http://schemas.microsoft.com/office/drawing/2014/main" id="{F1567E3B-212C-496E-8879-346A4F30A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0A9085C3-4877-497F-9F53-DAFC04F1D66A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134" name="Text Box 6">
            <a:extLst>
              <a:ext uri="{FF2B5EF4-FFF2-40B4-BE49-F238E27FC236}">
                <a16:creationId xmlns:a16="http://schemas.microsoft.com/office/drawing/2014/main" id="{8591A07E-50D3-4D45-B92B-B68B4EA03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65175"/>
            <a:ext cx="82089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地址的位数决定了可以编码的字节的个数，也就是内存的大小，称为存储器容量。</a:t>
            </a:r>
            <a:endParaRPr lang="zh-CN" altLang="en-US" sz="3200" b="0">
              <a:ea typeface="宋体" panose="02010600030101010101" pitchFamily="2" charset="-122"/>
            </a:endParaRPr>
          </a:p>
        </p:txBody>
      </p:sp>
      <p:sp>
        <p:nvSpPr>
          <p:cNvPr id="95240" name="Text Box 38">
            <a:extLst>
              <a:ext uri="{FF2B5EF4-FFF2-40B4-BE49-F238E27FC236}">
                <a16:creationId xmlns:a16="http://schemas.microsoft.com/office/drawing/2014/main" id="{EDE4F4F6-4C9D-4536-974D-6E7A2C040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781300"/>
            <a:ext cx="1219200" cy="321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0000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0001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0010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0011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0100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1111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95241" name="Group 49">
            <a:extLst>
              <a:ext uri="{FF2B5EF4-FFF2-40B4-BE49-F238E27FC236}">
                <a16:creationId xmlns:a16="http://schemas.microsoft.com/office/drawing/2014/main" id="{E0A722E9-5842-4DE5-9C10-DDFDCF5B02A0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2781300"/>
            <a:ext cx="1828800" cy="3225800"/>
            <a:chOff x="1296" y="1872"/>
            <a:chExt cx="1152" cy="2032"/>
          </a:xfrm>
        </p:grpSpPr>
        <p:sp>
          <p:nvSpPr>
            <p:cNvPr id="95257" name="Text Box 40">
              <a:extLst>
                <a:ext uri="{FF2B5EF4-FFF2-40B4-BE49-F238E27FC236}">
                  <a16:creationId xmlns:a16="http://schemas.microsoft.com/office/drawing/2014/main" id="{4BB164E3-FB98-4214-97D8-C74932A98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872"/>
              <a:ext cx="1152" cy="203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lang="en-US" altLang="zh-CN" sz="3200">
                  <a:solidFill>
                    <a:schemeClr val="tx1"/>
                  </a:solidFill>
                  <a:ea typeface="宋体" panose="02010600030101010101" pitchFamily="2" charset="-122"/>
                </a:rPr>
                <a:t>11001010</a:t>
              </a: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sz="3200">
                  <a:solidFill>
                    <a:schemeClr val="tx1"/>
                  </a:solidFill>
                  <a:ea typeface="宋体" panose="02010600030101010101" pitchFamily="2" charset="-122"/>
                </a:rPr>
                <a:t>00001111</a:t>
              </a: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sz="3200">
                  <a:solidFill>
                    <a:schemeClr val="tx1"/>
                  </a:solidFill>
                  <a:ea typeface="宋体" panose="02010600030101010101" pitchFamily="2" charset="-122"/>
                </a:rPr>
                <a:t>0011000110101100</a:t>
              </a: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sz="3200">
                  <a:solidFill>
                    <a:schemeClr val="tx1"/>
                  </a:solidFill>
                  <a:ea typeface="宋体" panose="02010600030101010101" pitchFamily="2" charset="-122"/>
                </a:rPr>
                <a:t>01001001</a:t>
              </a:r>
            </a:p>
            <a:p>
              <a:pPr eaLnBrk="1" hangingPunct="1">
                <a:lnSpc>
                  <a:spcPct val="80000"/>
                </a:lnSpc>
              </a:pPr>
              <a:r>
                <a:rPr lang="zh-CN" altLang="en-US" sz="3200">
                  <a:solidFill>
                    <a:schemeClr val="tx1"/>
                  </a:solidFill>
                  <a:ea typeface="宋体" panose="02010600030101010101" pitchFamily="2" charset="-122"/>
                </a:rPr>
                <a:t>：</a:t>
              </a:r>
            </a:p>
            <a:p>
              <a:pPr eaLnBrk="1" hangingPunct="1">
                <a:lnSpc>
                  <a:spcPct val="80000"/>
                </a:lnSpc>
              </a:pPr>
              <a:endParaRPr lang="zh-CN" altLang="en-US" sz="320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sz="3200">
                  <a:solidFill>
                    <a:schemeClr val="tx1"/>
                  </a:solidFill>
                  <a:ea typeface="宋体" panose="02010600030101010101" pitchFamily="2" charset="-122"/>
                </a:rPr>
                <a:t>00000110</a:t>
              </a:r>
              <a:endParaRPr lang="en-US" altLang="zh-CN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5258" name="Line 41">
              <a:extLst>
                <a:ext uri="{FF2B5EF4-FFF2-40B4-BE49-F238E27FC236}">
                  <a16:creationId xmlns:a16="http://schemas.microsoft.com/office/drawing/2014/main" id="{E73BBB2C-2A40-40A0-B3FE-5742FAD8E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1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59" name="Line 44">
              <a:extLst>
                <a:ext uri="{FF2B5EF4-FFF2-40B4-BE49-F238E27FC236}">
                  <a16:creationId xmlns:a16="http://schemas.microsoft.com/office/drawing/2014/main" id="{F95181CE-50DC-4C51-83AB-895B0139F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40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60" name="Line 45">
              <a:extLst>
                <a:ext uri="{FF2B5EF4-FFF2-40B4-BE49-F238E27FC236}">
                  <a16:creationId xmlns:a16="http://schemas.microsoft.com/office/drawing/2014/main" id="{037245C1-C756-4BBD-9772-EB0BFCD50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64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61" name="Line 46">
              <a:extLst>
                <a:ext uri="{FF2B5EF4-FFF2-40B4-BE49-F238E27FC236}">
                  <a16:creationId xmlns:a16="http://schemas.microsoft.com/office/drawing/2014/main" id="{B872C0E1-16C0-49AE-A75D-D9615B244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88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62" name="Line 47">
              <a:extLst>
                <a:ext uri="{FF2B5EF4-FFF2-40B4-BE49-F238E27FC236}">
                  <a16:creationId xmlns:a16="http://schemas.microsoft.com/office/drawing/2014/main" id="{8E3B3735-2F52-4328-B88C-E4F260746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12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63" name="Line 48">
              <a:extLst>
                <a:ext uri="{FF2B5EF4-FFF2-40B4-BE49-F238E27FC236}">
                  <a16:creationId xmlns:a16="http://schemas.microsoft.com/office/drawing/2014/main" id="{33404CBB-0E18-48DF-B6AF-B2109E24F4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60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5242" name="Text Box 50">
            <a:extLst>
              <a:ext uri="{FF2B5EF4-FFF2-40B4-BE49-F238E27FC236}">
                <a16:creationId xmlns:a16="http://schemas.microsoft.com/office/drawing/2014/main" id="{F407BD4B-F87D-4395-B70F-449FA0F66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781300"/>
            <a:ext cx="1600200" cy="321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0000H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0001H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0002H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0003H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0004H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FFFFH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95243" name="Group 51">
            <a:extLst>
              <a:ext uri="{FF2B5EF4-FFF2-40B4-BE49-F238E27FC236}">
                <a16:creationId xmlns:a16="http://schemas.microsoft.com/office/drawing/2014/main" id="{5AD20E00-CE67-4691-978C-EDDCB281AC43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2781300"/>
            <a:ext cx="1143000" cy="3225800"/>
            <a:chOff x="1296" y="1872"/>
            <a:chExt cx="1152" cy="2032"/>
          </a:xfrm>
        </p:grpSpPr>
        <p:sp>
          <p:nvSpPr>
            <p:cNvPr id="95250" name="Text Box 52">
              <a:extLst>
                <a:ext uri="{FF2B5EF4-FFF2-40B4-BE49-F238E27FC236}">
                  <a16:creationId xmlns:a16="http://schemas.microsoft.com/office/drawing/2014/main" id="{ACB341BC-291E-4FD0-A4A6-63A2F978A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872"/>
              <a:ext cx="1152" cy="203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80000"/>
                </a:lnSpc>
              </a:pPr>
              <a:r>
                <a:rPr lang="en-US" altLang="zh-CN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OCAH</a:t>
              </a: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OFH</a:t>
              </a: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31H</a:t>
              </a: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0ACH</a:t>
              </a:r>
            </a:p>
            <a:p>
              <a:pPr eaLnBrk="1" hangingPunct="1">
                <a:lnSpc>
                  <a:spcPct val="80000"/>
                </a:lnSpc>
              </a:pPr>
              <a:r>
                <a:rPr lang="en-US" altLang="zh-CN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49H</a:t>
              </a:r>
            </a:p>
            <a:p>
              <a:pPr eaLnBrk="1" hangingPunct="1">
                <a:lnSpc>
                  <a:spcPct val="80000"/>
                </a:lnSpc>
              </a:pPr>
              <a:r>
                <a:rPr lang="zh-CN" altLang="en-US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</a:p>
            <a:p>
              <a:pPr eaLnBrk="1" hangingPunct="1">
                <a:lnSpc>
                  <a:spcPct val="80000"/>
                </a:lnSpc>
              </a:pPr>
              <a:endPara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80000"/>
                </a:lnSpc>
              </a:pPr>
              <a:r>
                <a:rPr lang="zh-CN" altLang="en-US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06H</a:t>
              </a:r>
              <a:endParaRPr lang="en-US" altLang="zh-CN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5251" name="Line 53">
              <a:extLst>
                <a:ext uri="{FF2B5EF4-FFF2-40B4-BE49-F238E27FC236}">
                  <a16:creationId xmlns:a16="http://schemas.microsoft.com/office/drawing/2014/main" id="{876D42F5-2411-413F-898B-98262A6BC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1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52" name="Line 54">
              <a:extLst>
                <a:ext uri="{FF2B5EF4-FFF2-40B4-BE49-F238E27FC236}">
                  <a16:creationId xmlns:a16="http://schemas.microsoft.com/office/drawing/2014/main" id="{EF918389-1AB2-4279-B40B-79CB48AD3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40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53" name="Line 55">
              <a:extLst>
                <a:ext uri="{FF2B5EF4-FFF2-40B4-BE49-F238E27FC236}">
                  <a16:creationId xmlns:a16="http://schemas.microsoft.com/office/drawing/2014/main" id="{1C8F3BCD-6890-4CA1-A97D-A4D167098E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64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54" name="Line 56">
              <a:extLst>
                <a:ext uri="{FF2B5EF4-FFF2-40B4-BE49-F238E27FC236}">
                  <a16:creationId xmlns:a16="http://schemas.microsoft.com/office/drawing/2014/main" id="{7A9767C1-1C08-4D4A-BE84-DF578C16A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88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55" name="Line 57">
              <a:extLst>
                <a:ext uri="{FF2B5EF4-FFF2-40B4-BE49-F238E27FC236}">
                  <a16:creationId xmlns:a16="http://schemas.microsoft.com/office/drawing/2014/main" id="{D48FABB3-36AE-4742-9E51-9C29ADAE9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12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56" name="Line 58">
              <a:extLst>
                <a:ext uri="{FF2B5EF4-FFF2-40B4-BE49-F238E27FC236}">
                  <a16:creationId xmlns:a16="http://schemas.microsoft.com/office/drawing/2014/main" id="{98580F88-CDA4-48E7-9B58-8425FA626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60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5244" name="灯片编号占位符 13">
            <a:extLst>
              <a:ext uri="{FF2B5EF4-FFF2-40B4-BE49-F238E27FC236}">
                <a16:creationId xmlns:a16="http://schemas.microsoft.com/office/drawing/2014/main" id="{21C05DDA-5853-4084-B72C-F6B0879BE4CC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6DF32D0D-5BD5-459A-8CC3-DDA12A0B6BFA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5245" name="日期占位符 12">
            <a:extLst>
              <a:ext uri="{FF2B5EF4-FFF2-40B4-BE49-F238E27FC236}">
                <a16:creationId xmlns:a16="http://schemas.microsoft.com/office/drawing/2014/main" id="{57C44689-AD36-4EBF-99E6-C40C168C55CB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7BD1E369-1D9C-4BDC-B92C-73141AB3772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5246" name="页脚占位符 14">
            <a:extLst>
              <a:ext uri="{FF2B5EF4-FFF2-40B4-BE49-F238E27FC236}">
                <a16:creationId xmlns:a16="http://schemas.microsoft.com/office/drawing/2014/main" id="{9834FDC0-6FED-4CEA-8ACB-9C8E2C1364F1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95247" name="Text Box 1029">
            <a:extLst>
              <a:ext uri="{FF2B5EF4-FFF2-40B4-BE49-F238E27FC236}">
                <a16:creationId xmlns:a16="http://schemas.microsoft.com/office/drawing/2014/main" id="{9E99F834-000B-4B63-9F8E-E68446770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95248" name="Text Box 30">
            <a:extLst>
              <a:ext uri="{FF2B5EF4-FFF2-40B4-BE49-F238E27FC236}">
                <a16:creationId xmlns:a16="http://schemas.microsoft.com/office/drawing/2014/main" id="{1B07644F-7DC3-4D92-BBBA-B2F223C23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060575"/>
            <a:ext cx="7561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  2</a:t>
            </a:r>
            <a:r>
              <a:rPr lang="en-US" altLang="zh-CN" sz="3200" baseline="30000">
                <a:latin typeface="楷体" panose="02010609060101010101" pitchFamily="49" charset="-122"/>
                <a:ea typeface="楷体" panose="02010609060101010101" pitchFamily="49" charset="-122"/>
              </a:rPr>
              <a:t>4 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个单元  </a:t>
            </a:r>
            <a:r>
              <a:rPr lang="zh-CN" altLang="en-US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      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3200" baseline="3000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64K</a:t>
            </a:r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</a:rPr>
              <a:t>）个单元</a:t>
            </a:r>
          </a:p>
        </p:txBody>
      </p:sp>
      <p:sp>
        <p:nvSpPr>
          <p:cNvPr id="95249" name="Line 31">
            <a:extLst>
              <a:ext uri="{FF2B5EF4-FFF2-40B4-BE49-F238E27FC236}">
                <a16:creationId xmlns:a16="http://schemas.microsoft.com/office/drawing/2014/main" id="{6D8CC682-0A41-4E12-9B6B-8F81BB8EDB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2060575"/>
            <a:ext cx="0" cy="3816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Line 1027">
            <a:extLst>
              <a:ext uri="{FF2B5EF4-FFF2-40B4-BE49-F238E27FC236}">
                <a16:creationId xmlns:a16="http://schemas.microsoft.com/office/drawing/2014/main" id="{2F025FF1-7156-44FF-BF72-EF500B1AB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3" name="Line 1031">
            <a:extLst>
              <a:ext uri="{FF2B5EF4-FFF2-40B4-BE49-F238E27FC236}">
                <a16:creationId xmlns:a16="http://schemas.microsoft.com/office/drawing/2014/main" id="{BE6C803E-1AEB-4332-96DD-AD3A6C4340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284" name="AutoShape 1032">
            <a:extLst>
              <a:ext uri="{FF2B5EF4-FFF2-40B4-BE49-F238E27FC236}">
                <a16:creationId xmlns:a16="http://schemas.microsoft.com/office/drawing/2014/main" id="{3C7BA8BC-C58A-4253-B82A-AFBE25858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7285" name="AutoShape 1033">
            <a:extLst>
              <a:ext uri="{FF2B5EF4-FFF2-40B4-BE49-F238E27FC236}">
                <a16:creationId xmlns:a16="http://schemas.microsoft.com/office/drawing/2014/main" id="{E3689149-4617-487D-A8EF-3AACBDCBA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474D6643-5C14-46CD-A18F-10AA7602EDCA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134" name="Text Box 6">
            <a:extLst>
              <a:ext uri="{FF2B5EF4-FFF2-40B4-BE49-F238E27FC236}">
                <a16:creationId xmlns:a16="http://schemas.microsoft.com/office/drawing/2014/main" id="{E7E45176-B477-4FAE-BB6D-AED4A9C8F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8208963" cy="10668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地址的位数决定了可以编号的字节的个数，也就是内存的大小，称为存储器容量。</a:t>
            </a:r>
            <a:endParaRPr lang="zh-CN" altLang="en-US" sz="3200" b="0">
              <a:ea typeface="宋体" panose="02010600030101010101" pitchFamily="2" charset="-122"/>
            </a:endParaRPr>
          </a:p>
        </p:txBody>
      </p:sp>
      <p:sp>
        <p:nvSpPr>
          <p:cNvPr id="97288" name="灯片编号占位符 13">
            <a:extLst>
              <a:ext uri="{FF2B5EF4-FFF2-40B4-BE49-F238E27FC236}">
                <a16:creationId xmlns:a16="http://schemas.microsoft.com/office/drawing/2014/main" id="{0171B03A-9D01-4ADD-A4BC-76F137429E5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B4D0F56A-623C-42BF-9FDC-F1BBE6C35A63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7289" name="日期占位符 12">
            <a:extLst>
              <a:ext uri="{FF2B5EF4-FFF2-40B4-BE49-F238E27FC236}">
                <a16:creationId xmlns:a16="http://schemas.microsoft.com/office/drawing/2014/main" id="{447B5B68-EC98-419E-8129-41CC1EA9030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AF16434-A236-4030-848B-CB630FAAD807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7290" name="页脚占位符 14">
            <a:extLst>
              <a:ext uri="{FF2B5EF4-FFF2-40B4-BE49-F238E27FC236}">
                <a16:creationId xmlns:a16="http://schemas.microsoft.com/office/drawing/2014/main" id="{472406E1-E2AE-4138-BD88-5FFF6D910A66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97291" name="Text Box 1029">
            <a:extLst>
              <a:ext uri="{FF2B5EF4-FFF2-40B4-BE49-F238E27FC236}">
                <a16:creationId xmlns:a16="http://schemas.microsoft.com/office/drawing/2014/main" id="{4DAA3E7D-1B78-47AD-9CA7-221FB7498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18319" name="Group 175">
            <a:extLst>
              <a:ext uri="{FF2B5EF4-FFF2-40B4-BE49-F238E27FC236}">
                <a16:creationId xmlns:a16="http://schemas.microsoft.com/office/drawing/2014/main" id="{2B66773F-F71B-4A65-BD0C-49BEEC8400CC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2565400"/>
          <a:ext cx="8353425" cy="3189288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D6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CPU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D6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处理器位数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D6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数据总线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D6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地址总线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D6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最大寻址空间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8086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2</a:t>
                      </a:r>
                      <a:r>
                        <a:rPr kumimoji="0" lang="en-US" altLang="zh-CN" sz="26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20</a:t>
                      </a: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     1MB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80286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2</a:t>
                      </a:r>
                      <a:r>
                        <a:rPr kumimoji="0" lang="en-US" altLang="zh-CN" sz="26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24</a:t>
                      </a: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    16MB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80386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2</a:t>
                      </a:r>
                      <a:r>
                        <a:rPr kumimoji="0" lang="en-US" altLang="zh-CN" sz="26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32</a:t>
                      </a: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     4GB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P4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2</a:t>
                      </a:r>
                      <a:r>
                        <a:rPr kumimoji="0" lang="en-US" altLang="zh-CN" sz="26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36</a:t>
                      </a: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    64GB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4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Line 1027">
            <a:extLst>
              <a:ext uri="{FF2B5EF4-FFF2-40B4-BE49-F238E27FC236}">
                <a16:creationId xmlns:a16="http://schemas.microsoft.com/office/drawing/2014/main" id="{F15AEBCC-255A-4458-8077-A081F5316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1" name="Line 1031">
            <a:extLst>
              <a:ext uri="{FF2B5EF4-FFF2-40B4-BE49-F238E27FC236}">
                <a16:creationId xmlns:a16="http://schemas.microsoft.com/office/drawing/2014/main" id="{FAF68139-64D8-4BF0-B4C2-33939A9121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9332" name="AutoShape 1032">
            <a:extLst>
              <a:ext uri="{FF2B5EF4-FFF2-40B4-BE49-F238E27FC236}">
                <a16:creationId xmlns:a16="http://schemas.microsoft.com/office/drawing/2014/main" id="{8B07FF20-CE36-4587-A66C-716B4E205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9333" name="AutoShape 1033">
            <a:extLst>
              <a:ext uri="{FF2B5EF4-FFF2-40B4-BE49-F238E27FC236}">
                <a16:creationId xmlns:a16="http://schemas.microsoft.com/office/drawing/2014/main" id="{12DAA097-7502-47CD-9340-A59547E8F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58EA1E5-14F5-493C-BC9A-5C6F65DF8FA3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9335" name="Text Box 1029">
            <a:extLst>
              <a:ext uri="{FF2B5EF4-FFF2-40B4-BE49-F238E27FC236}">
                <a16:creationId xmlns:a16="http://schemas.microsoft.com/office/drawing/2014/main" id="{DAD2EDC6-886D-45BE-B9E6-0CE53E2D4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46086" name="Text Box 6">
            <a:extLst>
              <a:ext uri="{FF2B5EF4-FFF2-40B4-BE49-F238E27FC236}">
                <a16:creationId xmlns:a16="http://schemas.microsoft.com/office/drawing/2014/main" id="{B7755BAB-EF0C-485C-9E55-52D6F1EB4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557338"/>
            <a:ext cx="83058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在计算机中，信息的基本单位是一个二进制位（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Bit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），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或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endParaRPr lang="zh-CN" altLang="en-US" sz="280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algn="ctr"/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8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位（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Bit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=1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字节（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Byte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），如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10110101</a:t>
            </a:r>
          </a:p>
          <a:p>
            <a:pPr algn="just"/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	 7   6   5   4   3   2   1   0</a:t>
            </a:r>
          </a:p>
          <a:p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								</a:t>
            </a:r>
          </a:p>
          <a:p>
            <a:pPr algn="ctr"/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16Bit=2Byte=1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字（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Word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），如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10110101 00110110</a:t>
            </a:r>
          </a:p>
          <a:p>
            <a:pPr algn="just"/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	15		  	     8   7			   0</a:t>
            </a:r>
          </a:p>
          <a:p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																</a:t>
            </a:r>
          </a:p>
          <a:p>
            <a:pPr algn="just"/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	     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高字节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MSB	              </a:t>
            </a:r>
            <a:r>
              <a:rPr lang="zh-CN" altLang="en-US" sz="2800">
                <a:solidFill>
                  <a:schemeClr val="tx1"/>
                </a:solidFill>
                <a:ea typeface="宋体" panose="02010600030101010101" pitchFamily="2" charset="-122"/>
              </a:rPr>
              <a:t>低字节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LSB</a:t>
            </a:r>
            <a:endParaRPr lang="en-US" altLang="zh-CN" sz="3600">
              <a:solidFill>
                <a:schemeClr val="tx1"/>
              </a:solidFill>
              <a:latin typeface="楷体_GB2312" pitchFamily="49" charset="-122"/>
            </a:endParaRPr>
          </a:p>
        </p:txBody>
      </p:sp>
      <p:grpSp>
        <p:nvGrpSpPr>
          <p:cNvPr id="99337" name="Group 20">
            <a:extLst>
              <a:ext uri="{FF2B5EF4-FFF2-40B4-BE49-F238E27FC236}">
                <a16:creationId xmlns:a16="http://schemas.microsoft.com/office/drawing/2014/main" id="{336542C3-EC42-4E8C-8A23-E8ACF8B6A371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357563"/>
            <a:ext cx="3581400" cy="533400"/>
            <a:chOff x="960" y="1968"/>
            <a:chExt cx="2256" cy="336"/>
          </a:xfrm>
        </p:grpSpPr>
        <p:sp>
          <p:nvSpPr>
            <p:cNvPr id="99360" name="Rectangle 12">
              <a:extLst>
                <a:ext uri="{FF2B5EF4-FFF2-40B4-BE49-F238E27FC236}">
                  <a16:creationId xmlns:a16="http://schemas.microsoft.com/office/drawing/2014/main" id="{8D1720E6-F737-4CDB-BEE0-CDDBE16AA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968"/>
              <a:ext cx="2256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99361" name="Line 13">
              <a:extLst>
                <a:ext uri="{FF2B5EF4-FFF2-40B4-BE49-F238E27FC236}">
                  <a16:creationId xmlns:a16="http://schemas.microsoft.com/office/drawing/2014/main" id="{7C9288DE-E433-4393-A55D-B44F077E3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62" name="Line 14">
              <a:extLst>
                <a:ext uri="{FF2B5EF4-FFF2-40B4-BE49-F238E27FC236}">
                  <a16:creationId xmlns:a16="http://schemas.microsoft.com/office/drawing/2014/main" id="{9BCA3DF3-F7BE-41FB-928F-5DFF2EF83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63" name="Line 15">
              <a:extLst>
                <a:ext uri="{FF2B5EF4-FFF2-40B4-BE49-F238E27FC236}">
                  <a16:creationId xmlns:a16="http://schemas.microsoft.com/office/drawing/2014/main" id="{44BF5ED7-D111-4E6D-B5BE-0FE8F79A2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64" name="Line 16">
              <a:extLst>
                <a:ext uri="{FF2B5EF4-FFF2-40B4-BE49-F238E27FC236}">
                  <a16:creationId xmlns:a16="http://schemas.microsoft.com/office/drawing/2014/main" id="{09ACEAB8-922B-4036-9C23-EE49859DA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65" name="Line 17">
              <a:extLst>
                <a:ext uri="{FF2B5EF4-FFF2-40B4-BE49-F238E27FC236}">
                  <a16:creationId xmlns:a16="http://schemas.microsoft.com/office/drawing/2014/main" id="{5EB5371E-5836-4970-8B64-0BA67731F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66" name="Line 18">
              <a:extLst>
                <a:ext uri="{FF2B5EF4-FFF2-40B4-BE49-F238E27FC236}">
                  <a16:creationId xmlns:a16="http://schemas.microsoft.com/office/drawing/2014/main" id="{78D7876A-0025-4403-B458-02674F777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67" name="Line 19">
              <a:extLst>
                <a:ext uri="{FF2B5EF4-FFF2-40B4-BE49-F238E27FC236}">
                  <a16:creationId xmlns:a16="http://schemas.microsoft.com/office/drawing/2014/main" id="{61898F34-2933-4321-BC71-E3138678B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9338" name="Group 21">
            <a:extLst>
              <a:ext uri="{FF2B5EF4-FFF2-40B4-BE49-F238E27FC236}">
                <a16:creationId xmlns:a16="http://schemas.microsoft.com/office/drawing/2014/main" id="{E0ED13C1-A130-45A2-8B2E-61B5F913E40F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4724400"/>
            <a:ext cx="3581400" cy="533400"/>
            <a:chOff x="960" y="1968"/>
            <a:chExt cx="2256" cy="336"/>
          </a:xfrm>
        </p:grpSpPr>
        <p:sp>
          <p:nvSpPr>
            <p:cNvPr id="99352" name="Rectangle 22">
              <a:extLst>
                <a:ext uri="{FF2B5EF4-FFF2-40B4-BE49-F238E27FC236}">
                  <a16:creationId xmlns:a16="http://schemas.microsoft.com/office/drawing/2014/main" id="{847D3EEF-2615-43B8-95EE-5EE761146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968"/>
              <a:ext cx="2256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99353" name="Line 23">
              <a:extLst>
                <a:ext uri="{FF2B5EF4-FFF2-40B4-BE49-F238E27FC236}">
                  <a16:creationId xmlns:a16="http://schemas.microsoft.com/office/drawing/2014/main" id="{7CD8CA69-CB68-406E-9513-3BF7441FF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4" name="Line 24">
              <a:extLst>
                <a:ext uri="{FF2B5EF4-FFF2-40B4-BE49-F238E27FC236}">
                  <a16:creationId xmlns:a16="http://schemas.microsoft.com/office/drawing/2014/main" id="{2A1034EA-B50C-445C-9090-976AB8C35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5" name="Line 25">
              <a:extLst>
                <a:ext uri="{FF2B5EF4-FFF2-40B4-BE49-F238E27FC236}">
                  <a16:creationId xmlns:a16="http://schemas.microsoft.com/office/drawing/2014/main" id="{A40E064E-F465-41EE-84D9-5965BFF9D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6" name="Line 26">
              <a:extLst>
                <a:ext uri="{FF2B5EF4-FFF2-40B4-BE49-F238E27FC236}">
                  <a16:creationId xmlns:a16="http://schemas.microsoft.com/office/drawing/2014/main" id="{B47F4750-C81D-4A6E-940A-CEE80CA26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7" name="Line 27">
              <a:extLst>
                <a:ext uri="{FF2B5EF4-FFF2-40B4-BE49-F238E27FC236}">
                  <a16:creationId xmlns:a16="http://schemas.microsoft.com/office/drawing/2014/main" id="{9EFFE1E3-29CE-4859-952A-053EAC4EB0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8" name="Line 28">
              <a:extLst>
                <a:ext uri="{FF2B5EF4-FFF2-40B4-BE49-F238E27FC236}">
                  <a16:creationId xmlns:a16="http://schemas.microsoft.com/office/drawing/2014/main" id="{41061FC4-C057-4EE9-9A65-9F55F15FC8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9" name="Line 29">
              <a:extLst>
                <a:ext uri="{FF2B5EF4-FFF2-40B4-BE49-F238E27FC236}">
                  <a16:creationId xmlns:a16="http://schemas.microsoft.com/office/drawing/2014/main" id="{D4AE16E7-A83A-40A9-B019-34EA13446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9339" name="Group 30">
            <a:extLst>
              <a:ext uri="{FF2B5EF4-FFF2-40B4-BE49-F238E27FC236}">
                <a16:creationId xmlns:a16="http://schemas.microsoft.com/office/drawing/2014/main" id="{E2342263-526A-4740-8CBB-AE4F8C2BD3A7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4724400"/>
            <a:ext cx="3581400" cy="533400"/>
            <a:chOff x="960" y="1968"/>
            <a:chExt cx="2256" cy="336"/>
          </a:xfrm>
        </p:grpSpPr>
        <p:sp>
          <p:nvSpPr>
            <p:cNvPr id="99344" name="Rectangle 31">
              <a:extLst>
                <a:ext uri="{FF2B5EF4-FFF2-40B4-BE49-F238E27FC236}">
                  <a16:creationId xmlns:a16="http://schemas.microsoft.com/office/drawing/2014/main" id="{8CD1EB37-D345-493A-83BE-FFB6CF34E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968"/>
              <a:ext cx="2256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99345" name="Line 32">
              <a:extLst>
                <a:ext uri="{FF2B5EF4-FFF2-40B4-BE49-F238E27FC236}">
                  <a16:creationId xmlns:a16="http://schemas.microsoft.com/office/drawing/2014/main" id="{27F8241E-5ED5-4FCC-8E70-41539953A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6" name="Line 33">
              <a:extLst>
                <a:ext uri="{FF2B5EF4-FFF2-40B4-BE49-F238E27FC236}">
                  <a16:creationId xmlns:a16="http://schemas.microsoft.com/office/drawing/2014/main" id="{7E6E03F7-809A-436E-9273-8C0586072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7" name="Line 34">
              <a:extLst>
                <a:ext uri="{FF2B5EF4-FFF2-40B4-BE49-F238E27FC236}">
                  <a16:creationId xmlns:a16="http://schemas.microsoft.com/office/drawing/2014/main" id="{5D2BBDDA-0DCA-4067-9095-06BC4ED2E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8" name="Line 35">
              <a:extLst>
                <a:ext uri="{FF2B5EF4-FFF2-40B4-BE49-F238E27FC236}">
                  <a16:creationId xmlns:a16="http://schemas.microsoft.com/office/drawing/2014/main" id="{7156DA2E-EB2A-47C4-B7F1-2AD7AEE6B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9" name="Line 36">
              <a:extLst>
                <a:ext uri="{FF2B5EF4-FFF2-40B4-BE49-F238E27FC236}">
                  <a16:creationId xmlns:a16="http://schemas.microsoft.com/office/drawing/2014/main" id="{0EAD1FCC-8D2A-416D-AF5B-D2B81AA0A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0" name="Line 37">
              <a:extLst>
                <a:ext uri="{FF2B5EF4-FFF2-40B4-BE49-F238E27FC236}">
                  <a16:creationId xmlns:a16="http://schemas.microsoft.com/office/drawing/2014/main" id="{74BD4D99-964A-4A5B-A02F-FAEC28CC5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1" name="Line 38">
              <a:extLst>
                <a:ext uri="{FF2B5EF4-FFF2-40B4-BE49-F238E27FC236}">
                  <a16:creationId xmlns:a16="http://schemas.microsoft.com/office/drawing/2014/main" id="{CA1B215E-957F-4348-BD19-4E6F3D640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9340" name="灯片编号占位符 13">
            <a:extLst>
              <a:ext uri="{FF2B5EF4-FFF2-40B4-BE49-F238E27FC236}">
                <a16:creationId xmlns:a16="http://schemas.microsoft.com/office/drawing/2014/main" id="{84E52A4B-AF82-4515-B2BD-F9403A2FFEEC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E9B560E-B2D0-4B9B-9BC8-CFD7899A6F13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9341" name="日期占位符 12">
            <a:extLst>
              <a:ext uri="{FF2B5EF4-FFF2-40B4-BE49-F238E27FC236}">
                <a16:creationId xmlns:a16="http://schemas.microsoft.com/office/drawing/2014/main" id="{291E6DDD-4C91-4B80-9866-AABFE4FB959C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25AB4D28-B3FC-4B98-8977-2E6D6632D734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9342" name="页脚占位符 14">
            <a:extLst>
              <a:ext uri="{FF2B5EF4-FFF2-40B4-BE49-F238E27FC236}">
                <a16:creationId xmlns:a16="http://schemas.microsoft.com/office/drawing/2014/main" id="{F18DD8CD-B01E-4EE7-A213-2AB61D72ABE9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99343" name="TextBox 11">
            <a:extLst>
              <a:ext uri="{FF2B5EF4-FFF2-40B4-BE49-F238E27FC236}">
                <a16:creationId xmlns:a16="http://schemas.microsoft.com/office/drawing/2014/main" id="{6D381F95-1D86-489E-846A-E27406CAB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92150"/>
            <a:ext cx="5976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二、存储器内的数据组织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Line 1027">
            <a:extLst>
              <a:ext uri="{FF2B5EF4-FFF2-40B4-BE49-F238E27FC236}">
                <a16:creationId xmlns:a16="http://schemas.microsoft.com/office/drawing/2014/main" id="{FFB630CB-67A8-442D-B0ED-EFC05B72D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79" name="Line 1031">
            <a:extLst>
              <a:ext uri="{FF2B5EF4-FFF2-40B4-BE49-F238E27FC236}">
                <a16:creationId xmlns:a16="http://schemas.microsoft.com/office/drawing/2014/main" id="{D00FD3AB-539F-4010-A858-F9FD73D7F5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1380" name="AutoShape 1032">
            <a:extLst>
              <a:ext uri="{FF2B5EF4-FFF2-40B4-BE49-F238E27FC236}">
                <a16:creationId xmlns:a16="http://schemas.microsoft.com/office/drawing/2014/main" id="{7977CE39-0D0D-43E8-A782-EB7529488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1381" name="AutoShape 1033">
            <a:extLst>
              <a:ext uri="{FF2B5EF4-FFF2-40B4-BE49-F238E27FC236}">
                <a16:creationId xmlns:a16="http://schemas.microsoft.com/office/drawing/2014/main" id="{88914A04-8D3D-4215-9974-4399CF704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0251CC47-D5B3-494F-965F-1E7CA82B8965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1F44625C-C45D-41B4-9D86-0B33B8C62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068638"/>
            <a:ext cx="755967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600">
                <a:ea typeface="宋体" panose="02010600030101010101" pitchFamily="2" charset="-122"/>
              </a:rPr>
              <a:t>1) </a:t>
            </a:r>
            <a:r>
              <a:rPr lang="zh-CN" altLang="en-US" sz="3600">
                <a:ea typeface="宋体" panose="02010600030101010101" pitchFamily="2" charset="-122"/>
              </a:rPr>
              <a:t>字节单元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IBM-PC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采用字节单元编址。如</a:t>
            </a:r>
          </a:p>
          <a:p>
            <a:pPr algn="just"/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0004H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=78H	</a:t>
            </a:r>
          </a:p>
          <a:p>
            <a:pPr algn="just"/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0005H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=56H</a:t>
            </a:r>
          </a:p>
          <a:p>
            <a:pPr algn="just"/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地址与内容一一对应。注意表示法。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1384" name="灯片编号占位符 13">
            <a:extLst>
              <a:ext uri="{FF2B5EF4-FFF2-40B4-BE49-F238E27FC236}">
                <a16:creationId xmlns:a16="http://schemas.microsoft.com/office/drawing/2014/main" id="{77C6E8ED-42C5-43F5-A240-DC96E8F8E946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9B69352E-2A1D-4488-817E-934C0174528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39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1385" name="日期占位符 12">
            <a:extLst>
              <a:ext uri="{FF2B5EF4-FFF2-40B4-BE49-F238E27FC236}">
                <a16:creationId xmlns:a16="http://schemas.microsoft.com/office/drawing/2014/main" id="{7697A5F7-61CB-4209-910D-48334ACB3A2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4DF1F094-75B7-4465-83CD-E7352689DC80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1386" name="页脚占位符 14">
            <a:extLst>
              <a:ext uri="{FF2B5EF4-FFF2-40B4-BE49-F238E27FC236}">
                <a16:creationId xmlns:a16="http://schemas.microsoft.com/office/drawing/2014/main" id="{F801E5F8-B76C-4D8B-86A3-84AB21173CB4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01387" name="Text Box 1029">
            <a:extLst>
              <a:ext uri="{FF2B5EF4-FFF2-40B4-BE49-F238E27FC236}">
                <a16:creationId xmlns:a16="http://schemas.microsoft.com/office/drawing/2014/main" id="{64F5F408-25D9-444C-B722-EA1DE26F8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01388" name="Text Box 16">
            <a:extLst>
              <a:ext uri="{FF2B5EF4-FFF2-40B4-BE49-F238E27FC236}">
                <a16:creationId xmlns:a16="http://schemas.microsoft.com/office/drawing/2014/main" id="{3042903A-7403-405D-93DE-1EEF1960D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052513"/>
            <a:ext cx="6769100" cy="17399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存储单元的内容</a:t>
            </a:r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一个存储单元中存放的信息，称为该单元的内容。</a:t>
            </a:r>
          </a:p>
        </p:txBody>
      </p:sp>
      <p:sp>
        <p:nvSpPr>
          <p:cNvPr id="101389" name="Text Box 17">
            <a:extLst>
              <a:ext uri="{FF2B5EF4-FFF2-40B4-BE49-F238E27FC236}">
                <a16:creationId xmlns:a16="http://schemas.microsoft.com/office/drawing/2014/main" id="{B9FCF92F-7ED3-41D3-9491-0C79F6468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6413" y="3789363"/>
            <a:ext cx="549275" cy="1655762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ea typeface="楷体" panose="02010609060101010101" pitchFamily="49" charset="-122"/>
              </a:rPr>
              <a:t>图在下一页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Line 1027">
            <a:extLst>
              <a:ext uri="{FF2B5EF4-FFF2-40B4-BE49-F238E27FC236}">
                <a16:creationId xmlns:a16="http://schemas.microsoft.com/office/drawing/2014/main" id="{F1E07DCF-3C8B-4C51-BE86-E722B5448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7" name="Line 1031">
            <a:extLst>
              <a:ext uri="{FF2B5EF4-FFF2-40B4-BE49-F238E27FC236}">
                <a16:creationId xmlns:a16="http://schemas.microsoft.com/office/drawing/2014/main" id="{9B9E5C9C-6449-4D27-967E-ADD7888E09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428" name="AutoShape 1032">
            <a:extLst>
              <a:ext uri="{FF2B5EF4-FFF2-40B4-BE49-F238E27FC236}">
                <a16:creationId xmlns:a16="http://schemas.microsoft.com/office/drawing/2014/main" id="{82EBCCD5-08FB-4641-B112-7FA753A35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3429" name="AutoShape 1033">
            <a:extLst>
              <a:ext uri="{FF2B5EF4-FFF2-40B4-BE49-F238E27FC236}">
                <a16:creationId xmlns:a16="http://schemas.microsoft.com/office/drawing/2014/main" id="{4D154831-B8AA-478E-81E1-B26CBEE90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A7EBE2DA-538C-4F9D-82DC-CB1229D50481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205" name="Text Box 5">
            <a:extLst>
              <a:ext uri="{FF2B5EF4-FFF2-40B4-BE49-F238E27FC236}">
                <a16:creationId xmlns:a16="http://schemas.microsoft.com/office/drawing/2014/main" id="{04EA83BD-6D08-4F0A-BA1C-211829C24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81075"/>
            <a:ext cx="542925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ea typeface="宋体" panose="02010600030101010101" pitchFamily="2" charset="-122"/>
              </a:rPr>
              <a:t>(2) </a:t>
            </a:r>
            <a:r>
              <a:rPr lang="zh-CN" altLang="en-US" sz="3200">
                <a:ea typeface="宋体" panose="02010600030101010101" pitchFamily="2" charset="-122"/>
              </a:rPr>
              <a:t>字单元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字单元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是相邻的（即连续的）两个字节单元存放一个字。</a:t>
            </a:r>
            <a:r>
              <a:rPr lang="zh-CN" altLang="en-US" sz="3200">
                <a:ea typeface="宋体" panose="02010600030101010101" pitchFamily="2" charset="-122"/>
              </a:rPr>
              <a:t>原则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是：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rgbClr val="FF0000"/>
                </a:solidFill>
                <a:ea typeface="宋体" panose="02010600030101010101" pitchFamily="2" charset="-122"/>
              </a:rPr>
              <a:t>（较）低地址存放低字节；（较）高地址存放高字节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,  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以其中的低地址来表示字单元的地址。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如</a:t>
            </a:r>
            <a:endParaRPr lang="zh-CN" altLang="en-US" sz="2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Group 36">
            <a:extLst>
              <a:ext uri="{FF2B5EF4-FFF2-40B4-BE49-F238E27FC236}">
                <a16:creationId xmlns:a16="http://schemas.microsoft.com/office/drawing/2014/main" id="{B3F28E73-3B2A-413C-90B2-6944E79A8054}"/>
              </a:ext>
            </a:extLst>
          </p:cNvPr>
          <p:cNvGraphicFramePr>
            <a:graphicFrameLocks noGrp="1"/>
          </p:cNvGraphicFramePr>
          <p:nvPr/>
        </p:nvGraphicFramePr>
        <p:xfrm>
          <a:off x="6516688" y="908050"/>
          <a:ext cx="2143125" cy="5029200"/>
        </p:xfrm>
        <a:graphic>
          <a:graphicData uri="http://schemas.openxmlformats.org/drawingml/2006/table">
            <a:tbl>
              <a:tblPr/>
              <a:tblGrid>
                <a:gridCol w="1014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  D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0003H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78H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D6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0004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56H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D6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0005H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34H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0006H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0007H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1EH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5678H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2FH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5679H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5638EF9-6E43-494E-BAB6-CB0C2688B956}"/>
              </a:ext>
            </a:extLst>
          </p:cNvPr>
          <p:cNvSpPr txBox="1"/>
          <p:nvPr/>
        </p:nvSpPr>
        <p:spPr>
          <a:xfrm>
            <a:off x="1619250" y="5157788"/>
            <a:ext cx="3384550" cy="519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>
                <a:solidFill>
                  <a:schemeClr val="tx1"/>
                </a:solidFill>
                <a:ea typeface="宋体" pitchFamily="2" charset="-122"/>
              </a:rPr>
              <a:t>（</a:t>
            </a: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0004H</a:t>
            </a:r>
            <a:r>
              <a:rPr lang="zh-CN" altLang="en-US" sz="2800">
                <a:solidFill>
                  <a:schemeClr val="tx1"/>
                </a:solidFill>
                <a:ea typeface="宋体" pitchFamily="2" charset="-122"/>
              </a:rPr>
              <a:t>）</a:t>
            </a: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=5678H</a:t>
            </a:r>
            <a:endParaRPr lang="zh-CN" altLang="en-US" sz="28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3466" name="灯片编号占位符 13">
            <a:extLst>
              <a:ext uri="{FF2B5EF4-FFF2-40B4-BE49-F238E27FC236}">
                <a16:creationId xmlns:a16="http://schemas.microsoft.com/office/drawing/2014/main" id="{08AD650C-C449-4006-9FCA-3DA6FA23B219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4BE97D1-6712-4274-8641-7F5D61D2944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3467" name="日期占位符 12">
            <a:extLst>
              <a:ext uri="{FF2B5EF4-FFF2-40B4-BE49-F238E27FC236}">
                <a16:creationId xmlns:a16="http://schemas.microsoft.com/office/drawing/2014/main" id="{06CF7CEC-84B4-4876-941B-3FB1DACF69A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41A2A0D5-0E71-4FD0-8116-C7DC833300F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3468" name="页脚占位符 14">
            <a:extLst>
              <a:ext uri="{FF2B5EF4-FFF2-40B4-BE49-F238E27FC236}">
                <a16:creationId xmlns:a16="http://schemas.microsoft.com/office/drawing/2014/main" id="{44EAB80D-F79C-4621-8D2D-ACD0718BBE9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03469" name="Text Box 1029">
            <a:extLst>
              <a:ext uri="{FF2B5EF4-FFF2-40B4-BE49-F238E27FC236}">
                <a16:creationId xmlns:a16="http://schemas.microsoft.com/office/drawing/2014/main" id="{CDF01744-198C-41DC-A05F-988C98DF1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Line 1027">
            <a:extLst>
              <a:ext uri="{FF2B5EF4-FFF2-40B4-BE49-F238E27FC236}">
                <a16:creationId xmlns:a16="http://schemas.microsoft.com/office/drawing/2014/main" id="{601024F4-1C66-4D2A-94D5-020F44310A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5" name="Line 1031">
            <a:extLst>
              <a:ext uri="{FF2B5EF4-FFF2-40B4-BE49-F238E27FC236}">
                <a16:creationId xmlns:a16="http://schemas.microsoft.com/office/drawing/2014/main" id="{4117C5C3-C56D-44C5-9723-09F403E4A2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5476" name="AutoShape 1032">
            <a:extLst>
              <a:ext uri="{FF2B5EF4-FFF2-40B4-BE49-F238E27FC236}">
                <a16:creationId xmlns:a16="http://schemas.microsoft.com/office/drawing/2014/main" id="{EBA34830-DBB4-42D4-8289-93222CF70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5477" name="AutoShape 1033">
            <a:extLst>
              <a:ext uri="{FF2B5EF4-FFF2-40B4-BE49-F238E27FC236}">
                <a16:creationId xmlns:a16="http://schemas.microsoft.com/office/drawing/2014/main" id="{6240C0EB-5AF5-4E1A-A63B-DDF373600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7A1E5F96-67C3-4685-AF95-BD6274260636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205" name="Text Box 5">
            <a:extLst>
              <a:ext uri="{FF2B5EF4-FFF2-40B4-BE49-F238E27FC236}">
                <a16:creationId xmlns:a16="http://schemas.microsoft.com/office/drawing/2014/main" id="{DB100D5F-C4BA-4FBB-A39A-2663760B4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08050"/>
            <a:ext cx="5429250" cy="408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ea typeface="宋体" panose="02010600030101010101" pitchFamily="2" charset="-122"/>
              </a:rPr>
              <a:t>(3) </a:t>
            </a:r>
            <a:r>
              <a:rPr lang="zh-CN" altLang="en-US" sz="3200">
                <a:ea typeface="宋体" panose="02010600030101010101" pitchFamily="2" charset="-122"/>
              </a:rPr>
              <a:t>双字单元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双</a:t>
            </a:r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字单元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是连续的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个字节单元存放一个双字。</a:t>
            </a:r>
            <a:r>
              <a:rPr lang="zh-CN" altLang="en-US" sz="3200">
                <a:ea typeface="宋体" panose="02010600030101010101" pitchFamily="2" charset="-122"/>
              </a:rPr>
              <a:t>原则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是：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rgbClr val="FF0000"/>
                </a:solidFill>
                <a:ea typeface="宋体" panose="02010600030101010101" pitchFamily="2" charset="-122"/>
              </a:rPr>
              <a:t>低地址存放低字节，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rgbClr val="FF0000"/>
                </a:solidFill>
                <a:ea typeface="宋体" panose="02010600030101010101" pitchFamily="2" charset="-122"/>
              </a:rPr>
              <a:t>高地址存放高字节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以其中的最低地址来表示字单元的地址。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如</a:t>
            </a:r>
            <a:endParaRPr lang="zh-CN" altLang="en-US" sz="2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Group 36">
            <a:extLst>
              <a:ext uri="{FF2B5EF4-FFF2-40B4-BE49-F238E27FC236}">
                <a16:creationId xmlns:a16="http://schemas.microsoft.com/office/drawing/2014/main" id="{5420481B-4078-49A6-AD57-5B9945D2CEBA}"/>
              </a:ext>
            </a:extLst>
          </p:cNvPr>
          <p:cNvGraphicFramePr>
            <a:graphicFrameLocks noGrp="1"/>
          </p:cNvGraphicFramePr>
          <p:nvPr/>
        </p:nvGraphicFramePr>
        <p:xfrm>
          <a:off x="6516688" y="908050"/>
          <a:ext cx="2143125" cy="5029200"/>
        </p:xfrm>
        <a:graphic>
          <a:graphicData uri="http://schemas.openxmlformats.org/drawingml/2006/table">
            <a:tbl>
              <a:tblPr/>
              <a:tblGrid>
                <a:gridCol w="1014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  D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0003H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78H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D6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0004H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56H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0005H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34H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0006H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0007H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1EH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5678H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2FH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5679H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69A4CDB-42D3-4D97-B62B-04673D59BF0D}"/>
              </a:ext>
            </a:extLst>
          </p:cNvPr>
          <p:cNvSpPr txBox="1"/>
          <p:nvPr/>
        </p:nvSpPr>
        <p:spPr>
          <a:xfrm>
            <a:off x="1403350" y="5013325"/>
            <a:ext cx="3960813" cy="51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>
                <a:solidFill>
                  <a:schemeClr val="tx1"/>
                </a:solidFill>
                <a:ea typeface="宋体" pitchFamily="2" charset="-122"/>
              </a:rPr>
              <a:t>（</a:t>
            </a: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0004H</a:t>
            </a:r>
            <a:r>
              <a:rPr lang="zh-CN" altLang="en-US" sz="2800">
                <a:solidFill>
                  <a:schemeClr val="tx1"/>
                </a:solidFill>
                <a:ea typeface="宋体" pitchFamily="2" charset="-122"/>
              </a:rPr>
              <a:t>）</a:t>
            </a: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=12345678H</a:t>
            </a:r>
            <a:r>
              <a:rPr lang="zh-CN" altLang="en-US" sz="2800">
                <a:solidFill>
                  <a:schemeClr val="tx1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105514" name="灯片编号占位符 13">
            <a:extLst>
              <a:ext uri="{FF2B5EF4-FFF2-40B4-BE49-F238E27FC236}">
                <a16:creationId xmlns:a16="http://schemas.microsoft.com/office/drawing/2014/main" id="{3992D663-487C-45E8-BF0C-C267B97FF4AD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A4CC8923-CFF4-44D0-B07C-F4353DFE8299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5515" name="日期占位符 12">
            <a:extLst>
              <a:ext uri="{FF2B5EF4-FFF2-40B4-BE49-F238E27FC236}">
                <a16:creationId xmlns:a16="http://schemas.microsoft.com/office/drawing/2014/main" id="{9FA6C8D4-54DA-4B3E-8AA6-92B4234EEEA0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3BB5A5C9-C3DA-4288-A11E-D9764AE52DC2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5516" name="页脚占位符 14">
            <a:extLst>
              <a:ext uri="{FF2B5EF4-FFF2-40B4-BE49-F238E27FC236}">
                <a16:creationId xmlns:a16="http://schemas.microsoft.com/office/drawing/2014/main" id="{4BE1C6B4-2CB7-4861-9835-A245A26475A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05517" name="Text Box 1029">
            <a:extLst>
              <a:ext uri="{FF2B5EF4-FFF2-40B4-BE49-F238E27FC236}">
                <a16:creationId xmlns:a16="http://schemas.microsoft.com/office/drawing/2014/main" id="{344F6684-B695-46F7-8EBB-72864E5E7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Line 1027">
            <a:extLst>
              <a:ext uri="{FF2B5EF4-FFF2-40B4-BE49-F238E27FC236}">
                <a16:creationId xmlns:a16="http://schemas.microsoft.com/office/drawing/2014/main" id="{4B66453E-0875-471E-8E1F-C8C6946CB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3" name="Line 1031">
            <a:extLst>
              <a:ext uri="{FF2B5EF4-FFF2-40B4-BE49-F238E27FC236}">
                <a16:creationId xmlns:a16="http://schemas.microsoft.com/office/drawing/2014/main" id="{5D13779E-8490-4540-BF5B-5CF3E71B56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7524" name="AutoShape 1032">
            <a:extLst>
              <a:ext uri="{FF2B5EF4-FFF2-40B4-BE49-F238E27FC236}">
                <a16:creationId xmlns:a16="http://schemas.microsoft.com/office/drawing/2014/main" id="{E22E7422-4498-4CE6-93DD-41472867D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7525" name="AutoShape 1033">
            <a:extLst>
              <a:ext uri="{FF2B5EF4-FFF2-40B4-BE49-F238E27FC236}">
                <a16:creationId xmlns:a16="http://schemas.microsoft.com/office/drawing/2014/main" id="{D51D0E1C-7DB9-43CC-BB0F-BD457D5FF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7136B2D3-9927-4E7A-A9DD-0E5779762D47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2229" name="Text Box 5">
            <a:extLst>
              <a:ext uri="{FF2B5EF4-FFF2-40B4-BE49-F238E27FC236}">
                <a16:creationId xmlns:a16="http://schemas.microsoft.com/office/drawing/2014/main" id="{E4C9F259-AB56-4272-85A5-F91B3E0AA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852738"/>
            <a:ext cx="7348538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200">
                <a:solidFill>
                  <a:schemeClr val="accent2"/>
                </a:solidFill>
                <a:latin typeface="楷体_GB2312" pitchFamily="49" charset="-122"/>
              </a:rPr>
              <a:t>注意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：存储单元的特性</a:t>
            </a:r>
            <a:r>
              <a:rPr lang="en-US" altLang="zh-CN" sz="3200">
                <a:solidFill>
                  <a:schemeClr val="tx1"/>
                </a:solidFill>
              </a:rPr>
              <a:t>——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内容是取之不尽的。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	从某个单元取出内容后，该单元仍保持原内容不变；</a:t>
            </a:r>
          </a:p>
          <a:p>
            <a:pPr algn="just"/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	向某个单元存入新内容后，原来的内容就自动消失（被覆盖）。</a:t>
            </a:r>
          </a:p>
        </p:txBody>
      </p:sp>
      <p:sp>
        <p:nvSpPr>
          <p:cNvPr id="107528" name="灯片编号占位符 13">
            <a:extLst>
              <a:ext uri="{FF2B5EF4-FFF2-40B4-BE49-F238E27FC236}">
                <a16:creationId xmlns:a16="http://schemas.microsoft.com/office/drawing/2014/main" id="{7C67D42D-6EFF-4F74-A3EB-B56650FB03C7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A3656A51-5845-4EA8-9A98-7D82C8B28F6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7529" name="日期占位符 12">
            <a:extLst>
              <a:ext uri="{FF2B5EF4-FFF2-40B4-BE49-F238E27FC236}">
                <a16:creationId xmlns:a16="http://schemas.microsoft.com/office/drawing/2014/main" id="{F1E83917-F0AA-4E50-8A23-5797994027B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A3D55817-C231-4801-8EB8-650CE83AF35E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7530" name="页脚占位符 14">
            <a:extLst>
              <a:ext uri="{FF2B5EF4-FFF2-40B4-BE49-F238E27FC236}">
                <a16:creationId xmlns:a16="http://schemas.microsoft.com/office/drawing/2014/main" id="{5471192C-C3ED-46FB-8FD9-E48B43FA426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07531" name="Text Box 1029">
            <a:extLst>
              <a:ext uri="{FF2B5EF4-FFF2-40B4-BE49-F238E27FC236}">
                <a16:creationId xmlns:a16="http://schemas.microsoft.com/office/drawing/2014/main" id="{5160D883-1345-45F2-AF86-62E787393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33BA21-65BA-4BE3-A6FC-555164D30D1F}"/>
              </a:ext>
            </a:extLst>
          </p:cNvPr>
          <p:cNvSpPr txBox="1"/>
          <p:nvPr/>
        </p:nvSpPr>
        <p:spPr>
          <a:xfrm>
            <a:off x="1476375" y="1700213"/>
            <a:ext cx="4033838" cy="519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chemeClr val="tx1"/>
                </a:solidFill>
                <a:latin typeface="Times New Roman" charset="0"/>
                <a:ea typeface="宋体" pitchFamily="2" charset="-122"/>
              </a:rPr>
              <a:t>((0004H))=2F1EH</a:t>
            </a:r>
            <a:endParaRPr lang="zh-CN" altLang="en-US" sz="28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07533" name="Text Box 17">
            <a:extLst>
              <a:ext uri="{FF2B5EF4-FFF2-40B4-BE49-F238E27FC236}">
                <a16:creationId xmlns:a16="http://schemas.microsoft.com/office/drawing/2014/main" id="{27258B15-0BF4-4D92-B026-F25C47B06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981075"/>
            <a:ext cx="5327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ea typeface="楷体" panose="02010609060101010101" pitchFamily="49" charset="-122"/>
              </a:rPr>
              <a:t>另外一种</a:t>
            </a:r>
            <a:r>
              <a:rPr lang="zh-CN" altLang="en-US" sz="3200">
                <a:solidFill>
                  <a:srgbClr val="FF0000"/>
                </a:solidFill>
                <a:ea typeface="楷体" panose="02010609060101010101" pitchFamily="49" charset="-122"/>
              </a:rPr>
              <a:t>间接</a:t>
            </a:r>
            <a:r>
              <a:rPr lang="zh-CN" altLang="en-US" sz="3200">
                <a:ea typeface="楷体" panose="02010609060101010101" pitchFamily="49" charset="-122"/>
              </a:rPr>
              <a:t>表示的方法：</a:t>
            </a:r>
          </a:p>
        </p:txBody>
      </p:sp>
      <p:sp>
        <p:nvSpPr>
          <p:cNvPr id="107534" name="Text Box 18">
            <a:extLst>
              <a:ext uri="{FF2B5EF4-FFF2-40B4-BE49-F238E27FC236}">
                <a16:creationId xmlns:a16="http://schemas.microsoft.com/office/drawing/2014/main" id="{1D84DCE1-44AF-41FE-8AE3-E42FFF74C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1052513"/>
            <a:ext cx="549275" cy="1655762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ea typeface="楷体" panose="02010609060101010101" pitchFamily="49" charset="-122"/>
              </a:rPr>
              <a:t>上一页的图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Line 1027">
            <a:extLst>
              <a:ext uri="{FF2B5EF4-FFF2-40B4-BE49-F238E27FC236}">
                <a16:creationId xmlns:a16="http://schemas.microsoft.com/office/drawing/2014/main" id="{D99BF657-5751-4F46-888E-58AD54F8BF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1" name="Line 1031">
            <a:extLst>
              <a:ext uri="{FF2B5EF4-FFF2-40B4-BE49-F238E27FC236}">
                <a16:creationId xmlns:a16="http://schemas.microsoft.com/office/drawing/2014/main" id="{E63B8CED-3B69-405C-971F-D32A30E13D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9572" name="AutoShape 1032">
            <a:extLst>
              <a:ext uri="{FF2B5EF4-FFF2-40B4-BE49-F238E27FC236}">
                <a16:creationId xmlns:a16="http://schemas.microsoft.com/office/drawing/2014/main" id="{DD948B5F-5F2E-4ED2-B05C-2D8EBF789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9573" name="AutoShape 1033">
            <a:extLst>
              <a:ext uri="{FF2B5EF4-FFF2-40B4-BE49-F238E27FC236}">
                <a16:creationId xmlns:a16="http://schemas.microsoft.com/office/drawing/2014/main" id="{D5B9E51E-26D7-44C8-9B70-529741B95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BAD3A0D3-3F2D-40E0-91C8-90C79D097364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9575" name="灯片编号占位符 13">
            <a:extLst>
              <a:ext uri="{FF2B5EF4-FFF2-40B4-BE49-F238E27FC236}">
                <a16:creationId xmlns:a16="http://schemas.microsoft.com/office/drawing/2014/main" id="{3F7BB9DB-8194-44CD-9B85-5993F7CE28FA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41FC6A2-78FA-4567-AC14-29D427E46A29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9576" name="日期占位符 12">
            <a:extLst>
              <a:ext uri="{FF2B5EF4-FFF2-40B4-BE49-F238E27FC236}">
                <a16:creationId xmlns:a16="http://schemas.microsoft.com/office/drawing/2014/main" id="{191B9E32-6CB8-4993-BD3F-AE830956102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57AD3A5E-6D49-45B9-A702-F8AB9F22A52E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9577" name="页脚占位符 14">
            <a:extLst>
              <a:ext uri="{FF2B5EF4-FFF2-40B4-BE49-F238E27FC236}">
                <a16:creationId xmlns:a16="http://schemas.microsoft.com/office/drawing/2014/main" id="{BFB7CE56-5A14-4596-8DAB-527C0D4FAD91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09578" name="Text Box 1029">
            <a:extLst>
              <a:ext uri="{FF2B5EF4-FFF2-40B4-BE49-F238E27FC236}">
                <a16:creationId xmlns:a16="http://schemas.microsoft.com/office/drawing/2014/main" id="{23E6533F-544E-4936-89DF-9D0DA11CE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09579" name="TextBox 11">
            <a:extLst>
              <a:ext uri="{FF2B5EF4-FFF2-40B4-BE49-F238E27FC236}">
                <a16:creationId xmlns:a16="http://schemas.microsoft.com/office/drawing/2014/main" id="{8D98E100-92E8-4BC1-9144-64C9294E7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5976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三、内存的分段结构</a:t>
            </a:r>
          </a:p>
        </p:txBody>
      </p:sp>
      <p:sp>
        <p:nvSpPr>
          <p:cNvPr id="109580" name="Text Box 13">
            <a:extLst>
              <a:ext uri="{FF2B5EF4-FFF2-40B4-BE49-F238E27FC236}">
                <a16:creationId xmlns:a16="http://schemas.microsoft.com/office/drawing/2014/main" id="{35B47374-7D47-4A17-B79D-F36801C34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844675"/>
            <a:ext cx="69850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tx1"/>
                </a:solidFill>
                <a:ea typeface="楷体" panose="02010609060101010101" pitchFamily="49" charset="-122"/>
              </a:rPr>
              <a:t>	所谓段是指内存中的一片区域，用来存放某一类型的信息。如数据段、代码段、堆栈段。</a:t>
            </a:r>
          </a:p>
        </p:txBody>
      </p:sp>
      <p:sp>
        <p:nvSpPr>
          <p:cNvPr id="109581" name="Text Box 14">
            <a:extLst>
              <a:ext uri="{FF2B5EF4-FFF2-40B4-BE49-F238E27FC236}">
                <a16:creationId xmlns:a16="http://schemas.microsoft.com/office/drawing/2014/main" id="{7A85CBBA-84E6-429E-BA30-0C0A0AAFB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933825"/>
            <a:ext cx="6408737" cy="155416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tx1"/>
                </a:solidFill>
              </a:rPr>
              <a:t>存储器分段管理的优点是允许程序在存储器内重定位、隔离各个任务和有利于程序和数据的分离。 </a:t>
            </a:r>
          </a:p>
        </p:txBody>
      </p:sp>
    </p:spTree>
  </p:cSld>
  <p:clrMapOvr>
    <a:masterClrMapping/>
  </p:clrMapOvr>
  <p:transition>
    <p:dissolv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Line 1027">
            <a:extLst>
              <a:ext uri="{FF2B5EF4-FFF2-40B4-BE49-F238E27FC236}">
                <a16:creationId xmlns:a16="http://schemas.microsoft.com/office/drawing/2014/main" id="{B091E674-D914-4CBF-BCC4-48A3A25C1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" name="Line 1031">
            <a:extLst>
              <a:ext uri="{FF2B5EF4-FFF2-40B4-BE49-F238E27FC236}">
                <a16:creationId xmlns:a16="http://schemas.microsoft.com/office/drawing/2014/main" id="{2C47B5DB-CF71-4960-B074-6230113409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1620" name="AutoShape 1032">
            <a:extLst>
              <a:ext uri="{FF2B5EF4-FFF2-40B4-BE49-F238E27FC236}">
                <a16:creationId xmlns:a16="http://schemas.microsoft.com/office/drawing/2014/main" id="{8D8013C8-39DC-46FB-BADA-436543FF1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1621" name="AutoShape 1033">
            <a:extLst>
              <a:ext uri="{FF2B5EF4-FFF2-40B4-BE49-F238E27FC236}">
                <a16:creationId xmlns:a16="http://schemas.microsoft.com/office/drawing/2014/main" id="{C1EBD47F-62B8-4467-B9C8-49B97350A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6274B1BB-B01E-4CE1-AD0B-517E7638A468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254" name="Text Box 6">
            <a:extLst>
              <a:ext uri="{FF2B5EF4-FFF2-40B4-BE49-F238E27FC236}">
                <a16:creationId xmlns:a16="http://schemas.microsoft.com/office/drawing/2014/main" id="{21544204-1369-4E01-9D0A-EB2E780A2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8" y="1382713"/>
            <a:ext cx="7488237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为了解决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位寄存器与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20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位地址线的矛盾，实模式采用存储器地址分段的方法。</a:t>
            </a:r>
          </a:p>
        </p:txBody>
      </p:sp>
      <p:sp>
        <p:nvSpPr>
          <p:cNvPr id="111624" name="灯片编号占位符 13">
            <a:extLst>
              <a:ext uri="{FF2B5EF4-FFF2-40B4-BE49-F238E27FC236}">
                <a16:creationId xmlns:a16="http://schemas.microsoft.com/office/drawing/2014/main" id="{BF387193-1375-4346-AFD9-F77FC235929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874E0F2D-89C2-4E9E-BEC4-FE82B270E133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1625" name="日期占位符 12">
            <a:extLst>
              <a:ext uri="{FF2B5EF4-FFF2-40B4-BE49-F238E27FC236}">
                <a16:creationId xmlns:a16="http://schemas.microsoft.com/office/drawing/2014/main" id="{F4E4533D-3147-4722-B4F3-673789E970D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B4A49E9-9C8D-4286-8CE3-5A1A9BB57DC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1626" name="页脚占位符 14">
            <a:extLst>
              <a:ext uri="{FF2B5EF4-FFF2-40B4-BE49-F238E27FC236}">
                <a16:creationId xmlns:a16="http://schemas.microsoft.com/office/drawing/2014/main" id="{1A2EA815-F922-48E1-BE4B-E5738A164B1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11627" name="Text Box 1029">
            <a:extLst>
              <a:ext uri="{FF2B5EF4-FFF2-40B4-BE49-F238E27FC236}">
                <a16:creationId xmlns:a16="http://schemas.microsoft.com/office/drawing/2014/main" id="{412C8BCB-2490-4EF8-84B3-2CE7277B6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11628" name="Text Box 14">
            <a:extLst>
              <a:ext uri="{FF2B5EF4-FFF2-40B4-BE49-F238E27FC236}">
                <a16:creationId xmlns:a16="http://schemas.microsoft.com/office/drawing/2014/main" id="{9AA94B7D-F0E9-4598-BC41-D42A84F46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3127375"/>
            <a:ext cx="6840538" cy="22860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位字长的机器，可访问的最大存储空间是</a:t>
            </a:r>
            <a:r>
              <a:rPr lang="en-US" altLang="zh-CN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64KB</a:t>
            </a:r>
            <a:r>
              <a:rPr lang="zh-CN" altLang="en-US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而</a:t>
            </a:r>
            <a:r>
              <a:rPr lang="en-US" altLang="zh-CN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IBM-PC</a:t>
            </a:r>
            <a:r>
              <a:rPr lang="zh-CN" altLang="en-US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根地址线，最大存储容量达</a:t>
            </a:r>
            <a:r>
              <a:rPr lang="en-US" altLang="zh-CN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1MB</a:t>
            </a:r>
            <a:r>
              <a:rPr lang="zh-CN" altLang="en-US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1629" name="Text Box 15">
            <a:extLst>
              <a:ext uri="{FF2B5EF4-FFF2-40B4-BE49-F238E27FC236}">
                <a16:creationId xmlns:a16="http://schemas.microsoft.com/office/drawing/2014/main" id="{05B770B8-51C4-447C-8084-EAD64C0FD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933825"/>
            <a:ext cx="671512" cy="93662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ea typeface="楷体" panose="02010609060101010101" pitchFamily="49" charset="-122"/>
              </a:rPr>
              <a:t>矛盾</a:t>
            </a:r>
          </a:p>
        </p:txBody>
      </p:sp>
      <p:sp>
        <p:nvSpPr>
          <p:cNvPr id="111630" name="TextBox 11">
            <a:extLst>
              <a:ext uri="{FF2B5EF4-FFF2-40B4-BE49-F238E27FC236}">
                <a16:creationId xmlns:a16="http://schemas.microsoft.com/office/drawing/2014/main" id="{98DBD813-8572-4321-9B4B-FCBF63920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38877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>
                <a:ea typeface="楷体" panose="02010609060101010101" pitchFamily="49" charset="-122"/>
              </a:rPr>
              <a:t>1. </a:t>
            </a:r>
            <a:r>
              <a:rPr lang="zh-CN" altLang="en-US" sz="3600">
                <a:ea typeface="楷体" panose="02010609060101010101" pitchFamily="49" charset="-122"/>
              </a:rPr>
              <a:t>为什么要分段？</a:t>
            </a:r>
          </a:p>
        </p:txBody>
      </p:sp>
      <p:sp>
        <p:nvSpPr>
          <p:cNvPr id="111631" name="文本框 1">
            <a:extLst>
              <a:ext uri="{FF2B5EF4-FFF2-40B4-BE49-F238E27FC236}">
                <a16:creationId xmlns:a16="http://schemas.microsoft.com/office/drawing/2014/main" id="{DBF4AE82-DA51-4CDC-ABDD-F5ACB376D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5589588"/>
            <a:ext cx="1824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400">
                <a:solidFill>
                  <a:schemeClr val="accent1"/>
                </a:solidFill>
                <a:ea typeface="楷体" panose="02010609060101010101" pitchFamily="49" charset="-122"/>
                <a:hlinkClick r:id="rId3" action="ppaction://hlinksldjump"/>
              </a:rPr>
              <a:t>CPU</a:t>
            </a:r>
            <a:r>
              <a:rPr lang="zh-CN" altLang="en-US" sz="2400">
                <a:solidFill>
                  <a:schemeClr val="accent1"/>
                </a:solidFill>
                <a:ea typeface="楷体" panose="02010609060101010101" pitchFamily="49" charset="-122"/>
                <a:hlinkClick r:id="rId3" action="ppaction://hlinksldjump"/>
              </a:rPr>
              <a:t>结构图</a:t>
            </a:r>
            <a:endParaRPr lang="zh-CN" altLang="en-US" sz="2400">
              <a:solidFill>
                <a:schemeClr val="accent1"/>
              </a:solidFill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Line 1027">
            <a:extLst>
              <a:ext uri="{FF2B5EF4-FFF2-40B4-BE49-F238E27FC236}">
                <a16:creationId xmlns:a16="http://schemas.microsoft.com/office/drawing/2014/main" id="{DC306A5A-67CF-44D7-8337-273F4FAA4A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67" name="Line 1031">
            <a:extLst>
              <a:ext uri="{FF2B5EF4-FFF2-40B4-BE49-F238E27FC236}">
                <a16:creationId xmlns:a16="http://schemas.microsoft.com/office/drawing/2014/main" id="{D6761E75-98AB-40FF-AC82-5A7B84B421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3668" name="AutoShape 1032">
            <a:extLst>
              <a:ext uri="{FF2B5EF4-FFF2-40B4-BE49-F238E27FC236}">
                <a16:creationId xmlns:a16="http://schemas.microsoft.com/office/drawing/2014/main" id="{E510AC66-535C-4674-BE08-B2D0384F9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3669" name="AutoShape 1033">
            <a:extLst>
              <a:ext uri="{FF2B5EF4-FFF2-40B4-BE49-F238E27FC236}">
                <a16:creationId xmlns:a16="http://schemas.microsoft.com/office/drawing/2014/main" id="{58D73B04-1EC5-49B1-BF4F-762F1D74D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B0DC32A1-C7F5-4798-B428-269F8D5E7C48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4277" name="Text Box 5">
            <a:extLst>
              <a:ext uri="{FF2B5EF4-FFF2-40B4-BE49-F238E27FC236}">
                <a16:creationId xmlns:a16="http://schemas.microsoft.com/office/drawing/2014/main" id="{FF01EE08-151C-4C9F-B7A6-0001D47BC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268413"/>
            <a:ext cx="8077200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把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1MB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的存储空间，任意划分为若干</a:t>
            </a:r>
            <a:r>
              <a:rPr lang="zh-CN" altLang="en-US" sz="3200">
                <a:solidFill>
                  <a:srgbClr val="0000FF"/>
                </a:solidFill>
                <a:latin typeface="楷体_GB2312" pitchFamily="49" charset="-122"/>
              </a:rPr>
              <a:t>逻辑段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：</a:t>
            </a:r>
          </a:p>
          <a:p>
            <a:pPr algn="just">
              <a:lnSpc>
                <a:spcPct val="9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每个逻辑段的最大长度为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64KB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，这样段内地址就可以用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位表示。</a:t>
            </a:r>
          </a:p>
          <a:p>
            <a:pPr algn="just">
              <a:lnSpc>
                <a:spcPct val="9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段内地址是连续的；段与段之间相互独立，可以首尾相连、完全重叠、部分重叠或断开。</a:t>
            </a:r>
          </a:p>
          <a:p>
            <a:pPr algn="just">
              <a:lnSpc>
                <a:spcPct val="9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zh-CN" altLang="en-US" sz="3200">
                <a:solidFill>
                  <a:srgbClr val="FF0000"/>
                </a:solidFill>
                <a:ea typeface="宋体" panose="02010600030101010101" pitchFamily="2" charset="-122"/>
              </a:rPr>
              <a:t>规定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：每个逻辑段的首地址必须是能被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整除的边界开始，即首地址为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xxxx0H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。如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00000H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00010H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……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41230H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41240H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……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FFFE0H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FFFF0H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3672" name="灯片编号占位符 13">
            <a:extLst>
              <a:ext uri="{FF2B5EF4-FFF2-40B4-BE49-F238E27FC236}">
                <a16:creationId xmlns:a16="http://schemas.microsoft.com/office/drawing/2014/main" id="{71E0905E-BCF1-4116-8487-42A17CA06407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F56A0F61-5160-4B8F-A424-162CC683CABA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3673" name="日期占位符 12">
            <a:extLst>
              <a:ext uri="{FF2B5EF4-FFF2-40B4-BE49-F238E27FC236}">
                <a16:creationId xmlns:a16="http://schemas.microsoft.com/office/drawing/2014/main" id="{2BA1A1E6-8E30-4447-BA9E-E87FAA36D065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CE12C04-9231-4761-B50F-DA277C6F900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3674" name="页脚占位符 14">
            <a:extLst>
              <a:ext uri="{FF2B5EF4-FFF2-40B4-BE49-F238E27FC236}">
                <a16:creationId xmlns:a16="http://schemas.microsoft.com/office/drawing/2014/main" id="{86C07954-5DFC-43BB-A0FF-EBF776E05DF5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13675" name="Text Box 1029">
            <a:extLst>
              <a:ext uri="{FF2B5EF4-FFF2-40B4-BE49-F238E27FC236}">
                <a16:creationId xmlns:a16="http://schemas.microsoft.com/office/drawing/2014/main" id="{04E5D273-1185-45FA-9017-74A885720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13676" name="TextBox 11">
            <a:extLst>
              <a:ext uri="{FF2B5EF4-FFF2-40B4-BE49-F238E27FC236}">
                <a16:creationId xmlns:a16="http://schemas.microsoft.com/office/drawing/2014/main" id="{241C2C9E-5109-40AF-87B9-528B6FBD6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20713"/>
            <a:ext cx="38877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>
                <a:ea typeface="楷体" panose="02010609060101010101" pitchFamily="49" charset="-122"/>
              </a:rPr>
              <a:t>2. </a:t>
            </a:r>
            <a:r>
              <a:rPr lang="zh-CN" altLang="en-US" sz="3600">
                <a:ea typeface="楷体" panose="02010609060101010101" pitchFamily="49" charset="-122"/>
              </a:rPr>
              <a:t>分段的方法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Line 1027">
            <a:extLst>
              <a:ext uri="{FF2B5EF4-FFF2-40B4-BE49-F238E27FC236}">
                <a16:creationId xmlns:a16="http://schemas.microsoft.com/office/drawing/2014/main" id="{3D896401-7DFF-43DE-A522-F67E08F09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5" name="Line 1031">
            <a:extLst>
              <a:ext uri="{FF2B5EF4-FFF2-40B4-BE49-F238E27FC236}">
                <a16:creationId xmlns:a16="http://schemas.microsoft.com/office/drawing/2014/main" id="{F74DC6F6-8B27-4715-B120-57C3D4905A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5716" name="AutoShape 1032">
            <a:extLst>
              <a:ext uri="{FF2B5EF4-FFF2-40B4-BE49-F238E27FC236}">
                <a16:creationId xmlns:a16="http://schemas.microsoft.com/office/drawing/2014/main" id="{FB234FFC-24D8-4ADF-98F8-C2E47DA4A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5717" name="AutoShape 1033">
            <a:extLst>
              <a:ext uri="{FF2B5EF4-FFF2-40B4-BE49-F238E27FC236}">
                <a16:creationId xmlns:a16="http://schemas.microsoft.com/office/drawing/2014/main" id="{CAE99453-AA51-4A5F-B546-8C307B284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F48E04E8-F8BB-493C-868A-263E4A074B24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5301" name="Text Box 5">
            <a:extLst>
              <a:ext uri="{FF2B5EF4-FFF2-40B4-BE49-F238E27FC236}">
                <a16:creationId xmlns:a16="http://schemas.microsoft.com/office/drawing/2014/main" id="{F71985EB-A877-4260-9505-A2424A309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49275"/>
            <a:ext cx="8077200" cy="552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600">
                <a:solidFill>
                  <a:schemeClr val="accent2"/>
                </a:solidFill>
                <a:ea typeface="宋体" panose="02010600030101010101" pitchFamily="2" charset="-122"/>
              </a:rPr>
              <a:t>引入三个概念：</a:t>
            </a: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zh-CN" altLang="en-US" sz="360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物理地址</a:t>
            </a:r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又称绝对地址，表示存储单元距离整个存储器起始地址的字节数。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en-US" sz="360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偏移地址</a:t>
            </a:r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是指在段内相对于段起始地址的偏移值（字节数）。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(3) </a:t>
            </a:r>
            <a:r>
              <a:rPr lang="zh-CN" altLang="en-US" sz="360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段地址</a:t>
            </a:r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逻辑段的起始地址，应该是</a:t>
            </a:r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位的物理地址。由于它的低四位一定是</a:t>
            </a:r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。所以规定段地址只取段起始地址的高</a:t>
            </a:r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位。</a:t>
            </a:r>
          </a:p>
        </p:txBody>
      </p:sp>
      <p:sp>
        <p:nvSpPr>
          <p:cNvPr id="115720" name="灯片编号占位符 13">
            <a:extLst>
              <a:ext uri="{FF2B5EF4-FFF2-40B4-BE49-F238E27FC236}">
                <a16:creationId xmlns:a16="http://schemas.microsoft.com/office/drawing/2014/main" id="{115B1466-800C-4551-827F-294F7566E753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42CA06BF-1877-48AF-8956-9A8AB1722ABC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5721" name="日期占位符 12">
            <a:extLst>
              <a:ext uri="{FF2B5EF4-FFF2-40B4-BE49-F238E27FC236}">
                <a16:creationId xmlns:a16="http://schemas.microsoft.com/office/drawing/2014/main" id="{ED828E03-5656-48D0-9490-29D10DA6C09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01054287-CE01-409E-928A-20229A2D3D0E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5722" name="页脚占位符 14">
            <a:extLst>
              <a:ext uri="{FF2B5EF4-FFF2-40B4-BE49-F238E27FC236}">
                <a16:creationId xmlns:a16="http://schemas.microsoft.com/office/drawing/2014/main" id="{6D7B96AF-0D27-463A-9180-FC3034589993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15723" name="Text Box 1029">
            <a:extLst>
              <a:ext uri="{FF2B5EF4-FFF2-40B4-BE49-F238E27FC236}">
                <a16:creationId xmlns:a16="http://schemas.microsoft.com/office/drawing/2014/main" id="{C6181C0D-2438-4CF1-AEB2-1D214FDA3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1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Line 1027">
            <a:extLst>
              <a:ext uri="{FF2B5EF4-FFF2-40B4-BE49-F238E27FC236}">
                <a16:creationId xmlns:a16="http://schemas.microsoft.com/office/drawing/2014/main" id="{98151D18-7868-4FC6-A970-ABFD32C06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3" name="Line 1031">
            <a:extLst>
              <a:ext uri="{FF2B5EF4-FFF2-40B4-BE49-F238E27FC236}">
                <a16:creationId xmlns:a16="http://schemas.microsoft.com/office/drawing/2014/main" id="{FAB65553-9C7E-4DBE-AC43-F7B9C17C4D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7764" name="AutoShape 1032">
            <a:extLst>
              <a:ext uri="{FF2B5EF4-FFF2-40B4-BE49-F238E27FC236}">
                <a16:creationId xmlns:a16="http://schemas.microsoft.com/office/drawing/2014/main" id="{86215F7C-3F40-41AD-8535-7BADADF2C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7765" name="AutoShape 1033">
            <a:extLst>
              <a:ext uri="{FF2B5EF4-FFF2-40B4-BE49-F238E27FC236}">
                <a16:creationId xmlns:a16="http://schemas.microsoft.com/office/drawing/2014/main" id="{F2524604-9F3D-4BBB-9DE3-3C9D7CDD8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7F94B867-8826-4E37-8CA6-3AB71D4DF7CD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8373" name="Text Box 5">
            <a:extLst>
              <a:ext uri="{FF2B5EF4-FFF2-40B4-BE49-F238E27FC236}">
                <a16:creationId xmlns:a16="http://schemas.microsoft.com/office/drawing/2014/main" id="{339AEDB6-0488-4AA0-9071-847FD6CFB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12875"/>
            <a:ext cx="8893175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zh-CN" altLang="en-US" sz="2400" b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引入段寄存器，使存储器地址的分段成为可能。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Intel 8088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中有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个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位的段寄存器，每个段寄存器可以确定（存放）一个段的起始地址。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accent1"/>
                </a:solidFill>
                <a:ea typeface="宋体" panose="02010600030101010101" pitchFamily="2" charset="-122"/>
              </a:rPr>
              <a:t>不同的段有不同的用处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代码段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：存放当前正在运行的程序的代码；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数据段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：存放当前正在运行的程序所用的数据；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附加段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：存放当前正在运行的程序所用的附加数据；</a:t>
            </a:r>
          </a:p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accent2"/>
                </a:solidFill>
                <a:ea typeface="宋体" panose="02010600030101010101" pitchFamily="2" charset="-122"/>
              </a:rPr>
              <a:t>堆栈段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：定义了堆栈所在的区域。</a:t>
            </a:r>
          </a:p>
        </p:txBody>
      </p:sp>
      <p:sp>
        <p:nvSpPr>
          <p:cNvPr id="117768" name="灯片编号占位符 13">
            <a:extLst>
              <a:ext uri="{FF2B5EF4-FFF2-40B4-BE49-F238E27FC236}">
                <a16:creationId xmlns:a16="http://schemas.microsoft.com/office/drawing/2014/main" id="{794B4C94-BCBC-4583-9F3C-C631C4F3E972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E6BCF5A1-ED68-4CC6-8519-C71A4CAB8733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7769" name="日期占位符 12">
            <a:extLst>
              <a:ext uri="{FF2B5EF4-FFF2-40B4-BE49-F238E27FC236}">
                <a16:creationId xmlns:a16="http://schemas.microsoft.com/office/drawing/2014/main" id="{2B93FC18-2E27-4F73-8B40-34D55DB1A6AC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7C5F54A2-DEC7-4C54-B934-75395C005A9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7770" name="页脚占位符 14">
            <a:extLst>
              <a:ext uri="{FF2B5EF4-FFF2-40B4-BE49-F238E27FC236}">
                <a16:creationId xmlns:a16="http://schemas.microsoft.com/office/drawing/2014/main" id="{8243BE4E-2864-4BE6-9528-FACB423BB3C0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17771" name="Text Box 1029">
            <a:extLst>
              <a:ext uri="{FF2B5EF4-FFF2-40B4-BE49-F238E27FC236}">
                <a16:creationId xmlns:a16="http://schemas.microsoft.com/office/drawing/2014/main" id="{D346EA2E-48A4-4CA8-8420-DA45E145E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17772" name="TextBox 11">
            <a:extLst>
              <a:ext uri="{FF2B5EF4-FFF2-40B4-BE49-F238E27FC236}">
                <a16:creationId xmlns:a16="http://schemas.microsoft.com/office/drawing/2014/main" id="{F8EE3DA4-C76F-4226-9EAB-107989BC5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692150"/>
            <a:ext cx="2663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>
                <a:ea typeface="楷体" panose="02010609060101010101" pitchFamily="49" charset="-122"/>
              </a:rPr>
              <a:t>3. </a:t>
            </a:r>
            <a:r>
              <a:rPr lang="zh-CN" altLang="en-US" sz="3600">
                <a:ea typeface="楷体" panose="02010609060101010101" pitchFamily="49" charset="-122"/>
              </a:rPr>
              <a:t>段寄存器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Line 1027">
            <a:extLst>
              <a:ext uri="{FF2B5EF4-FFF2-40B4-BE49-F238E27FC236}">
                <a16:creationId xmlns:a16="http://schemas.microsoft.com/office/drawing/2014/main" id="{5C868182-70F8-426B-B33D-CB0FB4CEB6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1" name="Line 1031">
            <a:extLst>
              <a:ext uri="{FF2B5EF4-FFF2-40B4-BE49-F238E27FC236}">
                <a16:creationId xmlns:a16="http://schemas.microsoft.com/office/drawing/2014/main" id="{1EB8B9F6-F1B9-4549-9CE2-5C9FE3C47E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12" name="AutoShape 1032">
            <a:extLst>
              <a:ext uri="{FF2B5EF4-FFF2-40B4-BE49-F238E27FC236}">
                <a16:creationId xmlns:a16="http://schemas.microsoft.com/office/drawing/2014/main" id="{E64547DF-42F2-45E4-B984-B87AB0A6D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9813" name="AutoShape 1033">
            <a:extLst>
              <a:ext uri="{FF2B5EF4-FFF2-40B4-BE49-F238E27FC236}">
                <a16:creationId xmlns:a16="http://schemas.microsoft.com/office/drawing/2014/main" id="{CEBFD7FB-680E-4CC9-90A6-027936B16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325" name="Text Box 5">
            <a:extLst>
              <a:ext uri="{FF2B5EF4-FFF2-40B4-BE49-F238E27FC236}">
                <a16:creationId xmlns:a16="http://schemas.microsoft.com/office/drawing/2014/main" id="{D77558BB-1A2B-4E5E-8957-0983B63DE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373688"/>
            <a:ext cx="80772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</a:pPr>
            <a:r>
              <a:rPr lang="zh-CN" altLang="en-US" sz="2400" b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endParaRPr lang="zh-CN" altLang="en-US" sz="32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9815" name="灯片编号占位符 13">
            <a:extLst>
              <a:ext uri="{FF2B5EF4-FFF2-40B4-BE49-F238E27FC236}">
                <a16:creationId xmlns:a16="http://schemas.microsoft.com/office/drawing/2014/main" id="{748BB468-1121-4C4E-9980-4A12C493C72E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D3577A6D-0E4F-4F55-A4F7-5CEAE817BA95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9816" name="日期占位符 12">
            <a:extLst>
              <a:ext uri="{FF2B5EF4-FFF2-40B4-BE49-F238E27FC236}">
                <a16:creationId xmlns:a16="http://schemas.microsoft.com/office/drawing/2014/main" id="{1CF69001-0BF0-45E8-9AF9-BDA28927F9F0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A7C5DD1A-70BA-418F-8545-6C88265AE3F3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9817" name="页脚占位符 14">
            <a:extLst>
              <a:ext uri="{FF2B5EF4-FFF2-40B4-BE49-F238E27FC236}">
                <a16:creationId xmlns:a16="http://schemas.microsoft.com/office/drawing/2014/main" id="{1647A500-1D1D-4570-B303-95D884F336FB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19818" name="Text Box 1029">
            <a:extLst>
              <a:ext uri="{FF2B5EF4-FFF2-40B4-BE49-F238E27FC236}">
                <a16:creationId xmlns:a16="http://schemas.microsoft.com/office/drawing/2014/main" id="{5C461C6C-4FAF-43E1-B576-A79E90F7A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19819" name="TextBox 11">
            <a:extLst>
              <a:ext uri="{FF2B5EF4-FFF2-40B4-BE49-F238E27FC236}">
                <a16:creationId xmlns:a16="http://schemas.microsoft.com/office/drawing/2014/main" id="{6604CD47-70E5-424F-A260-A31018969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692150"/>
            <a:ext cx="40338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>
                <a:ea typeface="楷体" panose="02010609060101010101" pitchFamily="49" charset="-122"/>
              </a:rPr>
              <a:t>4. </a:t>
            </a:r>
            <a:r>
              <a:rPr lang="zh-CN" altLang="en-US" sz="3600">
                <a:ea typeface="楷体" panose="02010609060101010101" pitchFamily="49" charset="-122"/>
              </a:rPr>
              <a:t>逻辑地址表示法</a:t>
            </a:r>
          </a:p>
        </p:txBody>
      </p:sp>
      <p:sp>
        <p:nvSpPr>
          <p:cNvPr id="119820" name="Text Box 14">
            <a:extLst>
              <a:ext uri="{FF2B5EF4-FFF2-40B4-BE49-F238E27FC236}">
                <a16:creationId xmlns:a16="http://schemas.microsoft.com/office/drawing/2014/main" id="{B192F4B3-A306-4BA0-9D8E-DF5441B8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412875"/>
            <a:ext cx="7129462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采用分段后，内存单元的地址由两部分组成：</a:t>
            </a:r>
          </a:p>
        </p:txBody>
      </p:sp>
      <p:sp>
        <p:nvSpPr>
          <p:cNvPr id="119821" name="Text Box 15">
            <a:extLst>
              <a:ext uri="{FF2B5EF4-FFF2-40B4-BE49-F238E27FC236}">
                <a16:creationId xmlns:a16="http://schemas.microsoft.com/office/drawing/2014/main" id="{7C7542D6-0C3C-4035-9EBA-569E89CC7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189288"/>
            <a:ext cx="7920038" cy="175418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tx1"/>
                </a:solidFill>
              </a:rPr>
              <a:t>	</a:t>
            </a:r>
            <a:r>
              <a:rPr lang="zh-CN" altLang="en-US" sz="36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程序员在汇编语言程序中使用“</a:t>
            </a:r>
            <a:r>
              <a:rPr lang="zh-CN" altLang="en-US" sz="3600" u="sng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段地址：偏移地址</a:t>
            </a:r>
            <a:r>
              <a:rPr lang="zh-CN" altLang="en-US" sz="36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”的</a:t>
            </a:r>
            <a:r>
              <a:rPr lang="zh-CN" altLang="en-US" sz="3600">
                <a:latin typeface="华文新魏" panose="02010800040101010101" pitchFamily="2" charset="-122"/>
                <a:ea typeface="华文新魏" panose="02010800040101010101" pitchFamily="2" charset="-122"/>
              </a:rPr>
              <a:t>逻辑地址</a:t>
            </a:r>
            <a:r>
              <a:rPr lang="zh-CN" altLang="en-US" sz="36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表示法。</a:t>
            </a:r>
          </a:p>
        </p:txBody>
      </p:sp>
      <p:sp>
        <p:nvSpPr>
          <p:cNvPr id="119822" name="Text Box 16">
            <a:extLst>
              <a:ext uri="{FF2B5EF4-FFF2-40B4-BE49-F238E27FC236}">
                <a16:creationId xmlns:a16="http://schemas.microsoft.com/office/drawing/2014/main" id="{0B1990FB-0493-4EBE-84CA-05964A560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2565400"/>
            <a:ext cx="612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FF0000"/>
                </a:solidFill>
                <a:ea typeface="楷体" panose="02010609060101010101" pitchFamily="49" charset="-122"/>
              </a:rPr>
              <a:t>段的起始地址和段内偏移地址</a:t>
            </a:r>
            <a:endParaRPr lang="zh-CN" altLang="en-US" sz="3200">
              <a:ea typeface="楷体" panose="02010609060101010101" pitchFamily="49" charset="-122"/>
            </a:endParaRPr>
          </a:p>
        </p:txBody>
      </p:sp>
      <p:sp>
        <p:nvSpPr>
          <p:cNvPr id="119823" name="Text Box 17">
            <a:extLst>
              <a:ext uri="{FF2B5EF4-FFF2-40B4-BE49-F238E27FC236}">
                <a16:creationId xmlns:a16="http://schemas.microsoft.com/office/drawing/2014/main" id="{8CDD95BD-BFE4-46C2-9E34-33EDEEDCA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933950"/>
            <a:ext cx="69135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由于段地址相对固定，一般情况下还无需写在指令内，简化了指令。</a:t>
            </a:r>
            <a:endParaRPr lang="zh-CN" altLang="en-US" sz="3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Line 1027">
            <a:extLst>
              <a:ext uri="{FF2B5EF4-FFF2-40B4-BE49-F238E27FC236}">
                <a16:creationId xmlns:a16="http://schemas.microsoft.com/office/drawing/2014/main" id="{C9E50BFA-B59E-4383-BBDE-DB5A617F8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59" name="Line 1031">
            <a:extLst>
              <a:ext uri="{FF2B5EF4-FFF2-40B4-BE49-F238E27FC236}">
                <a16:creationId xmlns:a16="http://schemas.microsoft.com/office/drawing/2014/main" id="{09084C30-7A43-4BF5-9302-70FA8EBFA0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1860" name="AutoShape 1032">
            <a:extLst>
              <a:ext uri="{FF2B5EF4-FFF2-40B4-BE49-F238E27FC236}">
                <a16:creationId xmlns:a16="http://schemas.microsoft.com/office/drawing/2014/main" id="{38F2515F-B864-4D5A-9ECA-BC18D0B1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1861" name="AutoShape 1033">
            <a:extLst>
              <a:ext uri="{FF2B5EF4-FFF2-40B4-BE49-F238E27FC236}">
                <a16:creationId xmlns:a16="http://schemas.microsoft.com/office/drawing/2014/main" id="{3809F6B3-AD5A-4754-B77F-FB4E2DC88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092C4826-D671-44D2-BA5C-7456485E61D0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325" name="Text Box 5">
            <a:extLst>
              <a:ext uri="{FF2B5EF4-FFF2-40B4-BE49-F238E27FC236}">
                <a16:creationId xmlns:a16="http://schemas.microsoft.com/office/drawing/2014/main" id="{1C199F8A-9DD0-47B6-9046-024A09879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44675"/>
            <a:ext cx="8077200" cy="18446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zh-CN" sz="3200">
                <a:solidFill>
                  <a:srgbClr val="FF3300"/>
                </a:solidFill>
                <a:ea typeface="宋体" panose="02010600030101010101" pitchFamily="2" charset="-122"/>
              </a:rPr>
              <a:t>物</a:t>
            </a:r>
            <a:r>
              <a:rPr lang="zh-CN" altLang="en-US" sz="3200">
                <a:solidFill>
                  <a:srgbClr val="FF3300"/>
                </a:solidFill>
                <a:ea typeface="宋体" panose="02010600030101010101" pitchFamily="2" charset="-122"/>
              </a:rPr>
              <a:t>理地址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从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00000H~FFFFFH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，是访问存储器的唯一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20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位地址。如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20030H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  <a:p>
            <a:pPr algn="just">
              <a:lnSpc>
                <a:spcPct val="90000"/>
              </a:lnSpc>
            </a:pP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lang="zh-CN" altLang="en-US" sz="3200">
                <a:solidFill>
                  <a:srgbClr val="FF3300"/>
                </a:solidFill>
                <a:ea typeface="宋体" panose="02010600030101010101" pitchFamily="2" charset="-122"/>
              </a:rPr>
              <a:t>逻辑地址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段地址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偏移地址，是程序员使用的，如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2000H:0030H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。	</a:t>
            </a:r>
            <a:endParaRPr lang="zh-CN" altLang="en-US" sz="3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21864" name="灯片编号占位符 13">
            <a:extLst>
              <a:ext uri="{FF2B5EF4-FFF2-40B4-BE49-F238E27FC236}">
                <a16:creationId xmlns:a16="http://schemas.microsoft.com/office/drawing/2014/main" id="{C02DA247-6C5B-46B8-9B31-AE780D26B724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CBEAC8D9-AAB2-4F85-9B4F-1015E50E5D10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49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1865" name="日期占位符 12">
            <a:extLst>
              <a:ext uri="{FF2B5EF4-FFF2-40B4-BE49-F238E27FC236}">
                <a16:creationId xmlns:a16="http://schemas.microsoft.com/office/drawing/2014/main" id="{AB98A934-C32A-4F93-BD13-625C3E8E9E8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20AFE318-E687-4D59-B810-DB9DFE26B282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1866" name="页脚占位符 14">
            <a:extLst>
              <a:ext uri="{FF2B5EF4-FFF2-40B4-BE49-F238E27FC236}">
                <a16:creationId xmlns:a16="http://schemas.microsoft.com/office/drawing/2014/main" id="{A9C7710C-03A0-48A0-885C-170AFD4E00B2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21867" name="Text Box 1029">
            <a:extLst>
              <a:ext uri="{FF2B5EF4-FFF2-40B4-BE49-F238E27FC236}">
                <a16:creationId xmlns:a16="http://schemas.microsoft.com/office/drawing/2014/main" id="{EAD7F034-96B4-42AC-A6F4-7CA4183AC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21868" name="TextBox 11">
            <a:extLst>
              <a:ext uri="{FF2B5EF4-FFF2-40B4-BE49-F238E27FC236}">
                <a16:creationId xmlns:a16="http://schemas.microsoft.com/office/drawing/2014/main" id="{D9CF4D91-0056-46BE-B43A-75DEE88D4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692150"/>
            <a:ext cx="4897437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>
                <a:ea typeface="楷体" panose="02010609060101010101" pitchFamily="49" charset="-122"/>
              </a:rPr>
              <a:t>5. CPU</a:t>
            </a:r>
            <a:r>
              <a:rPr lang="zh-CN" altLang="en-US" sz="3600">
                <a:ea typeface="楷体" panose="02010609060101010101" pitchFamily="49" charset="-122"/>
              </a:rPr>
              <a:t>对存储器的寻址</a:t>
            </a:r>
          </a:p>
          <a:p>
            <a:r>
              <a:rPr lang="zh-CN" altLang="en-US" sz="3200">
                <a:ea typeface="楷体" panose="02010609060101010101" pitchFamily="49" charset="-122"/>
              </a:rPr>
              <a:t>（即物理地址的形成）</a:t>
            </a:r>
          </a:p>
        </p:txBody>
      </p:sp>
      <p:sp>
        <p:nvSpPr>
          <p:cNvPr id="121869" name="Text Box 17">
            <a:extLst>
              <a:ext uri="{FF2B5EF4-FFF2-40B4-BE49-F238E27FC236}">
                <a16:creationId xmlns:a16="http://schemas.microsoft.com/office/drawing/2014/main" id="{9D138B00-AC5B-4701-9E1E-CA0D86525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4724400"/>
            <a:ext cx="6911975" cy="1311275"/>
          </a:xfrm>
          <a:prstGeom prst="rect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tx1"/>
                </a:solidFill>
              </a:rPr>
              <a:t>物理地址</a:t>
            </a:r>
            <a:r>
              <a:rPr lang="en-US" altLang="zh-CN" sz="3200">
                <a:solidFill>
                  <a:schemeClr val="tx1"/>
                </a:solidFill>
              </a:rPr>
              <a:t>=</a:t>
            </a:r>
            <a:r>
              <a:rPr lang="zh-CN" altLang="en-US" sz="3200">
                <a:solidFill>
                  <a:schemeClr val="tx1"/>
                </a:solidFill>
              </a:rPr>
              <a:t>段地址</a:t>
            </a:r>
            <a:r>
              <a:rPr lang="en-US" altLang="zh-CN" sz="3200">
                <a:solidFill>
                  <a:schemeClr val="tx1"/>
                </a:solidFill>
              </a:rPr>
              <a:t>×16+</a:t>
            </a:r>
            <a:r>
              <a:rPr lang="zh-CN" altLang="en-US" sz="3200">
                <a:solidFill>
                  <a:schemeClr val="tx1"/>
                </a:solidFill>
              </a:rPr>
              <a:t>偏移地址</a:t>
            </a:r>
          </a:p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tx1"/>
                </a:solidFill>
              </a:rPr>
              <a:t>	       </a:t>
            </a:r>
            <a:r>
              <a:rPr lang="en-US" altLang="zh-CN" sz="3200">
                <a:solidFill>
                  <a:schemeClr val="tx1"/>
                </a:solidFill>
              </a:rPr>
              <a:t>=</a:t>
            </a:r>
            <a:r>
              <a:rPr lang="zh-CN" altLang="en-US" sz="3200">
                <a:solidFill>
                  <a:schemeClr val="tx1"/>
                </a:solidFill>
              </a:rPr>
              <a:t>段地址左移</a:t>
            </a:r>
            <a:r>
              <a:rPr lang="en-US" altLang="zh-CN" sz="3200">
                <a:solidFill>
                  <a:schemeClr val="tx1"/>
                </a:solidFill>
              </a:rPr>
              <a:t>4</a:t>
            </a:r>
            <a:r>
              <a:rPr lang="zh-CN" altLang="en-US" sz="3200">
                <a:solidFill>
                  <a:schemeClr val="tx1"/>
                </a:solidFill>
              </a:rPr>
              <a:t>位</a:t>
            </a:r>
            <a:r>
              <a:rPr lang="en-US" altLang="zh-CN" sz="3200">
                <a:solidFill>
                  <a:schemeClr val="tx1"/>
                </a:solidFill>
              </a:rPr>
              <a:t>+</a:t>
            </a:r>
            <a:r>
              <a:rPr lang="zh-CN" altLang="en-US" sz="3200">
                <a:solidFill>
                  <a:schemeClr val="tx1"/>
                </a:solidFill>
              </a:rPr>
              <a:t>偏移地址</a:t>
            </a:r>
          </a:p>
        </p:txBody>
      </p:sp>
      <p:sp>
        <p:nvSpPr>
          <p:cNvPr id="121870" name="Text Box 18">
            <a:extLst>
              <a:ext uri="{FF2B5EF4-FFF2-40B4-BE49-F238E27FC236}">
                <a16:creationId xmlns:a16="http://schemas.microsoft.com/office/drawing/2014/main" id="{87308685-213B-405C-B830-8972167ED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797425"/>
            <a:ext cx="671512" cy="1009650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ea typeface="楷体" panose="02010609060101010101" pitchFamily="49" charset="-122"/>
              </a:rPr>
              <a:t>方法</a:t>
            </a:r>
          </a:p>
        </p:txBody>
      </p:sp>
      <p:sp>
        <p:nvSpPr>
          <p:cNvPr id="121871" name="Text Box 19">
            <a:extLst>
              <a:ext uri="{FF2B5EF4-FFF2-40B4-BE49-F238E27FC236}">
                <a16:creationId xmlns:a16="http://schemas.microsoft.com/office/drawing/2014/main" id="{F4E6F824-261D-49B7-899F-03CFBE956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716338"/>
            <a:ext cx="79914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zh-CN" altLang="en-US" sz="3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程序运行时，由计算机硬件把逻辑地址转换为物理地址。</a:t>
            </a:r>
            <a:endParaRPr lang="zh-CN" alt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Line 1027">
            <a:extLst>
              <a:ext uri="{FF2B5EF4-FFF2-40B4-BE49-F238E27FC236}">
                <a16:creationId xmlns:a16="http://schemas.microsoft.com/office/drawing/2014/main" id="{EB3DC310-12D4-436B-AC1C-7CCEA6038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07" name="Line 1031">
            <a:extLst>
              <a:ext uri="{FF2B5EF4-FFF2-40B4-BE49-F238E27FC236}">
                <a16:creationId xmlns:a16="http://schemas.microsoft.com/office/drawing/2014/main" id="{E9F9B564-475C-4559-BD0A-52D01EE001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908" name="AutoShape 1032">
            <a:extLst>
              <a:ext uri="{FF2B5EF4-FFF2-40B4-BE49-F238E27FC236}">
                <a16:creationId xmlns:a16="http://schemas.microsoft.com/office/drawing/2014/main" id="{3CD11316-6EDC-4ED5-8D73-58D76ADA8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3909" name="AutoShape 1033">
            <a:extLst>
              <a:ext uri="{FF2B5EF4-FFF2-40B4-BE49-F238E27FC236}">
                <a16:creationId xmlns:a16="http://schemas.microsoft.com/office/drawing/2014/main" id="{219A351C-CE2A-4D3D-9137-5119463E3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A5BD707A-6A85-4BFA-ABB2-E3C415597133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7349" name="Text Box 5">
            <a:extLst>
              <a:ext uri="{FF2B5EF4-FFF2-40B4-BE49-F238E27FC236}">
                <a16:creationId xmlns:a16="http://schemas.microsoft.com/office/drawing/2014/main" id="{55415DD1-D362-4E21-96C2-5D47AC1E6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96975"/>
            <a:ext cx="698500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1]  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一内存单元的逻辑地址表示为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1234:0028H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，问：该存储单元的段地址、偏移地址和物理地址各是多少？</a:t>
            </a:r>
            <a:endParaRPr lang="en-US" altLang="zh-CN" sz="36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23912" name="灯片编号占位符 13">
            <a:extLst>
              <a:ext uri="{FF2B5EF4-FFF2-40B4-BE49-F238E27FC236}">
                <a16:creationId xmlns:a16="http://schemas.microsoft.com/office/drawing/2014/main" id="{6159F6D6-C537-491B-A8B1-B9DE9DCBC382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576B607F-BF29-4EBD-AC13-F58EEFC575D4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3913" name="日期占位符 12">
            <a:extLst>
              <a:ext uri="{FF2B5EF4-FFF2-40B4-BE49-F238E27FC236}">
                <a16:creationId xmlns:a16="http://schemas.microsoft.com/office/drawing/2014/main" id="{BB537427-FF3F-4260-8A54-E11C2ABE4B3D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BFB8FEAB-4ECB-4192-8EEF-EF7443BCC92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3914" name="页脚占位符 14">
            <a:extLst>
              <a:ext uri="{FF2B5EF4-FFF2-40B4-BE49-F238E27FC236}">
                <a16:creationId xmlns:a16="http://schemas.microsoft.com/office/drawing/2014/main" id="{A940E9EE-96A6-4C2F-A0ED-3A8ADB92DF71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23915" name="Text Box 1029">
            <a:extLst>
              <a:ext uri="{FF2B5EF4-FFF2-40B4-BE49-F238E27FC236}">
                <a16:creationId xmlns:a16="http://schemas.microsoft.com/office/drawing/2014/main" id="{6A2A2379-BE12-4942-9F44-C37DC5FFF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23916" name="Text Box 16">
            <a:extLst>
              <a:ext uri="{FF2B5EF4-FFF2-40B4-BE49-F238E27FC236}">
                <a16:creationId xmlns:a16="http://schemas.microsoft.com/office/drawing/2014/main" id="{A072BBB6-1DFC-49EE-BBF8-D9A789C9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2852738"/>
            <a:ext cx="1150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/>
              <a:t>答：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0DE5D2C3-66AD-4073-8436-693809D2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860800"/>
            <a:ext cx="6985000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2]  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已知数据段有一字节单元的偏移地址为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0AH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DS=1200H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，问该单元的物理地址是多少？</a:t>
            </a:r>
            <a:endParaRPr lang="en-US" altLang="zh-CN" sz="36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23918" name="Text Box 18">
            <a:extLst>
              <a:ext uri="{FF2B5EF4-FFF2-40B4-BE49-F238E27FC236}">
                <a16:creationId xmlns:a16="http://schemas.microsoft.com/office/drawing/2014/main" id="{71B1545F-72EB-42C3-89DE-C727E8604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5373688"/>
            <a:ext cx="1368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/>
              <a:t>答：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 autoUpdateAnimBg="0"/>
      <p:bldP spid="2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Line 1027">
            <a:extLst>
              <a:ext uri="{FF2B5EF4-FFF2-40B4-BE49-F238E27FC236}">
                <a16:creationId xmlns:a16="http://schemas.microsoft.com/office/drawing/2014/main" id="{E075652A-9CD7-44A3-B951-0C949B9D5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955" name="Line 1031">
            <a:extLst>
              <a:ext uri="{FF2B5EF4-FFF2-40B4-BE49-F238E27FC236}">
                <a16:creationId xmlns:a16="http://schemas.microsoft.com/office/drawing/2014/main" id="{DE8A16E6-3793-419D-B946-A6C4C97D5C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5956" name="AutoShape 1032">
            <a:extLst>
              <a:ext uri="{FF2B5EF4-FFF2-40B4-BE49-F238E27FC236}">
                <a16:creationId xmlns:a16="http://schemas.microsoft.com/office/drawing/2014/main" id="{8E6F7940-CDF8-439B-A5AE-6C2E9C404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2384425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5957" name="AutoShape 1033">
            <a:extLst>
              <a:ext uri="{FF2B5EF4-FFF2-40B4-BE49-F238E27FC236}">
                <a16:creationId xmlns:a16="http://schemas.microsoft.com/office/drawing/2014/main" id="{9CAF6168-7F67-4934-B606-4512AA6C5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E312A7F-84FC-41BA-91D1-472DF34F2B2E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5959" name="Rectangle 7">
            <a:extLst>
              <a:ext uri="{FF2B5EF4-FFF2-40B4-BE49-F238E27FC236}">
                <a16:creationId xmlns:a16="http://schemas.microsoft.com/office/drawing/2014/main" id="{6328CFC7-8EDA-4C8F-BE94-5524D1436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96975"/>
            <a:ext cx="40322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3300"/>
                </a:solidFill>
                <a:ea typeface="宋体" panose="02010600030101010101" pitchFamily="2" charset="-122"/>
              </a:rPr>
              <a:t>2.4  I/O</a:t>
            </a:r>
            <a:r>
              <a:rPr lang="zh-CN" altLang="en-US" sz="4000">
                <a:solidFill>
                  <a:srgbClr val="FF3300"/>
                </a:solidFill>
                <a:ea typeface="宋体" panose="02010600030101010101" pitchFamily="2" charset="-122"/>
              </a:rPr>
              <a:t>地址空间</a:t>
            </a:r>
          </a:p>
        </p:txBody>
      </p:sp>
      <p:sp>
        <p:nvSpPr>
          <p:cNvPr id="125960" name="灯片编号占位符 13">
            <a:extLst>
              <a:ext uri="{FF2B5EF4-FFF2-40B4-BE49-F238E27FC236}">
                <a16:creationId xmlns:a16="http://schemas.microsoft.com/office/drawing/2014/main" id="{5009D48B-9D84-49B2-8CE4-EA830D6C1C3B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E4F87D25-8E4D-40E2-85F7-B959D564A26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5961" name="日期占位符 12">
            <a:extLst>
              <a:ext uri="{FF2B5EF4-FFF2-40B4-BE49-F238E27FC236}">
                <a16:creationId xmlns:a16="http://schemas.microsoft.com/office/drawing/2014/main" id="{6D167B44-76B8-4557-99F6-2E4EFDEBA99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A033E7AC-3267-4870-ABFF-E55344BAB396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5962" name="页脚占位符 14">
            <a:extLst>
              <a:ext uri="{FF2B5EF4-FFF2-40B4-BE49-F238E27FC236}">
                <a16:creationId xmlns:a16="http://schemas.microsoft.com/office/drawing/2014/main" id="{947E9A6A-A5B1-425F-A232-18414966D92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46085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</a:p>
        </p:txBody>
      </p:sp>
      <p:sp>
        <p:nvSpPr>
          <p:cNvPr id="125963" name="Text Box 1029">
            <a:extLst>
              <a:ext uri="{FF2B5EF4-FFF2-40B4-BE49-F238E27FC236}">
                <a16:creationId xmlns:a16="http://schemas.microsoft.com/office/drawing/2014/main" id="{6D67A137-B11E-47CA-91FF-891CE4817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80x86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编程的硬件基础</a:t>
            </a:r>
          </a:p>
        </p:txBody>
      </p:sp>
      <p:sp>
        <p:nvSpPr>
          <p:cNvPr id="125964" name="Rectangle 17">
            <a:extLst>
              <a:ext uri="{FF2B5EF4-FFF2-40B4-BE49-F238E27FC236}">
                <a16:creationId xmlns:a16="http://schemas.microsoft.com/office/drawing/2014/main" id="{71F13686-96E3-41BC-9659-90B4DB550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2636838"/>
            <a:ext cx="4535488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</a:rPr>
              <a:t>一、外设和接口</a:t>
            </a:r>
          </a:p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</a:rPr>
              <a:t>二、端口和端口地址</a:t>
            </a:r>
            <a:endParaRPr lang="en-US" altLang="zh-CN" sz="36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</a:rPr>
              <a:t>三、</a:t>
            </a:r>
            <a:r>
              <a:rPr lang="en-US" altLang="zh-CN" sz="3600">
                <a:solidFill>
                  <a:schemeClr val="tx1"/>
                </a:solidFill>
              </a:rPr>
              <a:t>I/O</a:t>
            </a:r>
            <a:r>
              <a:rPr lang="zh-CN" altLang="en-US" sz="3600">
                <a:solidFill>
                  <a:schemeClr val="tx1"/>
                </a:solidFill>
              </a:rPr>
              <a:t>地址空间</a:t>
            </a:r>
          </a:p>
        </p:txBody>
      </p:sp>
    </p:spTree>
  </p:cSld>
  <p:clrMapOvr>
    <a:masterClrMapping/>
  </p:clrMapOvr>
  <p:transition>
    <p:dissolv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Line 1027">
            <a:extLst>
              <a:ext uri="{FF2B5EF4-FFF2-40B4-BE49-F238E27FC236}">
                <a16:creationId xmlns:a16="http://schemas.microsoft.com/office/drawing/2014/main" id="{D7214FE9-25F7-4CEC-BC5B-FC61FCDF3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03" name="Line 1031">
            <a:extLst>
              <a:ext uri="{FF2B5EF4-FFF2-40B4-BE49-F238E27FC236}">
                <a16:creationId xmlns:a16="http://schemas.microsoft.com/office/drawing/2014/main" id="{AB369120-5881-41F5-9C2F-5920993A0F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8004" name="AutoShape 1032">
            <a:extLst>
              <a:ext uri="{FF2B5EF4-FFF2-40B4-BE49-F238E27FC236}">
                <a16:creationId xmlns:a16="http://schemas.microsoft.com/office/drawing/2014/main" id="{48E242F3-3631-47DA-9407-6810DE514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8005" name="AutoShape 1033">
            <a:extLst>
              <a:ext uri="{FF2B5EF4-FFF2-40B4-BE49-F238E27FC236}">
                <a16:creationId xmlns:a16="http://schemas.microsoft.com/office/drawing/2014/main" id="{FF036B67-0AB4-4579-B856-31AFE0FA4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17834887-A89C-44A2-AF9D-5DD39A33340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8007" name="Text Box 1029">
            <a:extLst>
              <a:ext uri="{FF2B5EF4-FFF2-40B4-BE49-F238E27FC236}">
                <a16:creationId xmlns:a16="http://schemas.microsoft.com/office/drawing/2014/main" id="{18F7CE98-547E-417E-915D-3ADA16EB4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0"/>
            <a:ext cx="3059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2.4   I/O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地址空间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63493" name="Text Box 5">
            <a:extLst>
              <a:ext uri="{FF2B5EF4-FFF2-40B4-BE49-F238E27FC236}">
                <a16:creationId xmlns:a16="http://schemas.microsoft.com/office/drawing/2014/main" id="{EF71F4ED-D93D-4301-97C3-54A4A16A7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1700213"/>
            <a:ext cx="2808287" cy="17399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输入设备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输出设备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外存储器</a:t>
            </a: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8009" name="灯片编号占位符 13">
            <a:extLst>
              <a:ext uri="{FF2B5EF4-FFF2-40B4-BE49-F238E27FC236}">
                <a16:creationId xmlns:a16="http://schemas.microsoft.com/office/drawing/2014/main" id="{1A63B4EC-8862-48BD-9A65-5328A82EE07B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C8861612-1545-4B9D-A153-AAF0F2114A00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8010" name="日期占位符 12">
            <a:extLst>
              <a:ext uri="{FF2B5EF4-FFF2-40B4-BE49-F238E27FC236}">
                <a16:creationId xmlns:a16="http://schemas.microsoft.com/office/drawing/2014/main" id="{D064AF9F-BA07-4DE3-9916-8B681D309A0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DDEED6F2-A212-4D43-B3DA-434064D27649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8011" name="页脚占位符 14">
            <a:extLst>
              <a:ext uri="{FF2B5EF4-FFF2-40B4-BE49-F238E27FC236}">
                <a16:creationId xmlns:a16="http://schemas.microsoft.com/office/drawing/2014/main" id="{BBE69DE2-DAB1-4E4C-AD06-443A3E6A812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28012" name="TextBox 11">
            <a:extLst>
              <a:ext uri="{FF2B5EF4-FFF2-40B4-BE49-F238E27FC236}">
                <a16:creationId xmlns:a16="http://schemas.microsoft.com/office/drawing/2014/main" id="{15196DD5-1826-4706-A5E1-7523F8B99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3816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一、外设和接口</a:t>
            </a:r>
          </a:p>
        </p:txBody>
      </p:sp>
      <p:sp>
        <p:nvSpPr>
          <p:cNvPr id="128013" name="Text Box 16">
            <a:extLst>
              <a:ext uri="{FF2B5EF4-FFF2-40B4-BE49-F238E27FC236}">
                <a16:creationId xmlns:a16="http://schemas.microsoft.com/office/drawing/2014/main" id="{A5C54E2F-0EAB-4858-8CEA-9F94F0D49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157788"/>
            <a:ext cx="6697662" cy="64135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主机与外设的连接必须通过</a:t>
            </a: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</a:p>
        </p:txBody>
      </p:sp>
      <p:sp>
        <p:nvSpPr>
          <p:cNvPr id="128014" name="Text Box 17">
            <a:extLst>
              <a:ext uri="{FF2B5EF4-FFF2-40B4-BE49-F238E27FC236}">
                <a16:creationId xmlns:a16="http://schemas.microsoft.com/office/drawing/2014/main" id="{FCE02708-2D60-491A-AFED-5BDE0F940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1989138"/>
            <a:ext cx="793750" cy="122396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4000">
                <a:solidFill>
                  <a:schemeClr val="tx1"/>
                </a:solidFill>
                <a:ea typeface="楷体" panose="02010609060101010101" pitchFamily="49" charset="-122"/>
              </a:rPr>
              <a:t>外设</a:t>
            </a:r>
          </a:p>
        </p:txBody>
      </p:sp>
      <p:sp>
        <p:nvSpPr>
          <p:cNvPr id="128015" name="Line 18">
            <a:extLst>
              <a:ext uri="{FF2B5EF4-FFF2-40B4-BE49-F238E27FC236}">
                <a16:creationId xmlns:a16="http://schemas.microsoft.com/office/drawing/2014/main" id="{648981F0-6CAF-491C-89DC-26689D8BD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2565400"/>
            <a:ext cx="10795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8016" name="Text Box 19">
            <a:extLst>
              <a:ext uri="{FF2B5EF4-FFF2-40B4-BE49-F238E27FC236}">
                <a16:creationId xmlns:a16="http://schemas.microsoft.com/office/drawing/2014/main" id="{16EB42FD-DAB4-49BC-8F02-EFDB56F3A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716338"/>
            <a:ext cx="64801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200">
                <a:solidFill>
                  <a:schemeClr val="tx1"/>
                </a:solidFill>
              </a:rPr>
              <a:t>	对外设的管理是汇编语言的重要使用场合之一</a:t>
            </a:r>
            <a:endParaRPr lang="zh-CN" altLang="en-US" sz="320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Line 1027">
            <a:extLst>
              <a:ext uri="{FF2B5EF4-FFF2-40B4-BE49-F238E27FC236}">
                <a16:creationId xmlns:a16="http://schemas.microsoft.com/office/drawing/2014/main" id="{42405B78-0C12-451F-A439-8DE67E0EE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1" name="Line 1031">
            <a:extLst>
              <a:ext uri="{FF2B5EF4-FFF2-40B4-BE49-F238E27FC236}">
                <a16:creationId xmlns:a16="http://schemas.microsoft.com/office/drawing/2014/main" id="{3AD026E3-7764-4662-962D-0080FF1D68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0052" name="AutoShape 1032">
            <a:extLst>
              <a:ext uri="{FF2B5EF4-FFF2-40B4-BE49-F238E27FC236}">
                <a16:creationId xmlns:a16="http://schemas.microsoft.com/office/drawing/2014/main" id="{676C05F4-245D-416E-9ADF-BF146F505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0053" name="AutoShape 1033">
            <a:extLst>
              <a:ext uri="{FF2B5EF4-FFF2-40B4-BE49-F238E27FC236}">
                <a16:creationId xmlns:a16="http://schemas.microsoft.com/office/drawing/2014/main" id="{A99A088E-FD08-4BF8-AE4B-ED4805537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A89A767-57B8-445D-B50B-98BED32CF705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0055" name="Text Box 1029">
            <a:extLst>
              <a:ext uri="{FF2B5EF4-FFF2-40B4-BE49-F238E27FC236}">
                <a16:creationId xmlns:a16="http://schemas.microsoft.com/office/drawing/2014/main" id="{8EC773A6-9B57-4DD8-A362-326B75A33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0"/>
            <a:ext cx="3059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2.4   I/O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地址空间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64517" name="Text Box 5">
            <a:extLst>
              <a:ext uri="{FF2B5EF4-FFF2-40B4-BE49-F238E27FC236}">
                <a16:creationId xmlns:a16="http://schemas.microsoft.com/office/drawing/2014/main" id="{29EA51DC-10A6-4173-B2AC-5B92029ED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844675"/>
            <a:ext cx="7239000" cy="17399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	每个接口含一组寄存器，主要有三种：数据寄存器、命令寄存器和状态寄存器。</a:t>
            </a:r>
          </a:p>
        </p:txBody>
      </p:sp>
      <p:sp>
        <p:nvSpPr>
          <p:cNvPr id="130057" name="灯片编号占位符 13">
            <a:extLst>
              <a:ext uri="{FF2B5EF4-FFF2-40B4-BE49-F238E27FC236}">
                <a16:creationId xmlns:a16="http://schemas.microsoft.com/office/drawing/2014/main" id="{B4F26255-8FE7-43B9-A349-5939769EFA3F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4013D82D-E782-48B8-9C97-761AED096AD4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0058" name="日期占位符 12">
            <a:extLst>
              <a:ext uri="{FF2B5EF4-FFF2-40B4-BE49-F238E27FC236}">
                <a16:creationId xmlns:a16="http://schemas.microsoft.com/office/drawing/2014/main" id="{A1409C0C-CC2B-43F6-A137-0117CE2E927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CF3C00ED-DCED-474F-8D62-FD4F89474CC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0059" name="页脚占位符 14">
            <a:extLst>
              <a:ext uri="{FF2B5EF4-FFF2-40B4-BE49-F238E27FC236}">
                <a16:creationId xmlns:a16="http://schemas.microsoft.com/office/drawing/2014/main" id="{B6574CB9-5304-41BA-991A-0EFAC4516D18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30060" name="TextBox 11">
            <a:extLst>
              <a:ext uri="{FF2B5EF4-FFF2-40B4-BE49-F238E27FC236}">
                <a16:creationId xmlns:a16="http://schemas.microsoft.com/office/drawing/2014/main" id="{D638592A-50E1-4F14-A3D0-FFA66289A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5976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二、端口和端口地址</a:t>
            </a:r>
          </a:p>
        </p:txBody>
      </p:sp>
      <p:sp>
        <p:nvSpPr>
          <p:cNvPr id="130061" name="Text Box 16">
            <a:extLst>
              <a:ext uri="{FF2B5EF4-FFF2-40B4-BE49-F238E27FC236}">
                <a16:creationId xmlns:a16="http://schemas.microsoft.com/office/drawing/2014/main" id="{4C2B0DB7-7237-42BF-A904-8811E94A1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933825"/>
            <a:ext cx="6408737" cy="17399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chemeClr val="tx1"/>
                </a:solidFill>
              </a:rPr>
              <a:t>	为了能访问这些寄存器，即可编程，给予每个寄存器一个</a:t>
            </a:r>
            <a:r>
              <a:rPr lang="zh-CN" altLang="en-US" sz="3600"/>
              <a:t>端口地址</a:t>
            </a:r>
            <a:r>
              <a:rPr lang="zh-CN" altLang="en-US" sz="3600">
                <a:solidFill>
                  <a:schemeClr val="tx1"/>
                </a:solidFill>
              </a:rPr>
              <a:t>（</a:t>
            </a:r>
            <a:r>
              <a:rPr lang="en-US" altLang="zh-CN" sz="3600">
                <a:solidFill>
                  <a:schemeClr val="tx1"/>
                </a:solidFill>
              </a:rPr>
              <a:t>Port</a:t>
            </a:r>
            <a:r>
              <a:rPr lang="zh-CN" altLang="en-US" sz="3600">
                <a:solidFill>
                  <a:schemeClr val="tx1"/>
                </a:solidFill>
              </a:rPr>
              <a:t>）。</a:t>
            </a:r>
            <a:endParaRPr lang="zh-CN" altLang="en-US" sz="360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Line 1027">
            <a:extLst>
              <a:ext uri="{FF2B5EF4-FFF2-40B4-BE49-F238E27FC236}">
                <a16:creationId xmlns:a16="http://schemas.microsoft.com/office/drawing/2014/main" id="{3C64253C-A641-4376-95EA-9D2EF4A9ED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2099" name="Line 1031">
            <a:extLst>
              <a:ext uri="{FF2B5EF4-FFF2-40B4-BE49-F238E27FC236}">
                <a16:creationId xmlns:a16="http://schemas.microsoft.com/office/drawing/2014/main" id="{29BC2E6E-8EDA-4C39-8482-D137CBDF1F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2100" name="AutoShape 1032">
            <a:extLst>
              <a:ext uri="{FF2B5EF4-FFF2-40B4-BE49-F238E27FC236}">
                <a16:creationId xmlns:a16="http://schemas.microsoft.com/office/drawing/2014/main" id="{0A43C789-507D-4769-9017-82871707A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2101" name="AutoShape 1033">
            <a:extLst>
              <a:ext uri="{FF2B5EF4-FFF2-40B4-BE49-F238E27FC236}">
                <a16:creationId xmlns:a16="http://schemas.microsoft.com/office/drawing/2014/main" id="{C499EC9A-AB3F-4DA0-B1F7-8BAEDE3BB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6F82D322-E30F-45ED-8E62-BF2830C2F2E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2103" name="Text Box 1029">
            <a:extLst>
              <a:ext uri="{FF2B5EF4-FFF2-40B4-BE49-F238E27FC236}">
                <a16:creationId xmlns:a16="http://schemas.microsoft.com/office/drawing/2014/main" id="{38C6593E-A1E1-4CCF-8EB4-3B30C6C7D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0"/>
            <a:ext cx="3059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2.4   I/O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地址空间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65541" name="Text Box 5">
            <a:extLst>
              <a:ext uri="{FF2B5EF4-FFF2-40B4-BE49-F238E27FC236}">
                <a16:creationId xmlns:a16="http://schemas.microsoft.com/office/drawing/2014/main" id="{21108D32-AB24-49BB-B0F7-7D3C9076F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292600"/>
            <a:ext cx="7488238" cy="16160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端口地址可以是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8/16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位的：</a:t>
            </a:r>
          </a:p>
          <a:p>
            <a:pPr algn="just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16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I/O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指令中，通常由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DX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指定。</a:t>
            </a:r>
          </a:p>
          <a:p>
            <a:pPr algn="just"/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  8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位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en-US" altLang="zh-CN" sz="3200">
                <a:solidFill>
                  <a:schemeClr val="tx1"/>
                </a:solidFill>
                <a:ea typeface="宋体" panose="02010600030101010101" pitchFamily="2" charset="-122"/>
              </a:rPr>
              <a:t>I/O</a:t>
            </a:r>
            <a:r>
              <a:rPr lang="zh-CN" altLang="en-US" sz="3200">
                <a:solidFill>
                  <a:schemeClr val="tx1"/>
                </a:solidFill>
                <a:ea typeface="宋体" panose="02010600030101010101" pitchFamily="2" charset="-122"/>
              </a:rPr>
              <a:t>指令中直接指定端口号</a:t>
            </a:r>
            <a:endParaRPr lang="zh-CN" altLang="en-US" sz="36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2105" name="灯片编号占位符 13">
            <a:extLst>
              <a:ext uri="{FF2B5EF4-FFF2-40B4-BE49-F238E27FC236}">
                <a16:creationId xmlns:a16="http://schemas.microsoft.com/office/drawing/2014/main" id="{44056C1D-2060-4F23-8030-9F9027AC9420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375EA58-0949-4BAE-A311-896432A32954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106" name="日期占位符 12">
            <a:extLst>
              <a:ext uri="{FF2B5EF4-FFF2-40B4-BE49-F238E27FC236}">
                <a16:creationId xmlns:a16="http://schemas.microsoft.com/office/drawing/2014/main" id="{19DCFA4F-B107-4137-A609-9CF813F9AB4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F2426AAC-BC83-40B5-AB18-A181C1F0398C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2107" name="页脚占位符 14">
            <a:extLst>
              <a:ext uri="{FF2B5EF4-FFF2-40B4-BE49-F238E27FC236}">
                <a16:creationId xmlns:a16="http://schemas.microsoft.com/office/drawing/2014/main" id="{A52ABD59-E31F-4501-8BB2-AF4E4AAF134A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32108" name="TextBox 11">
            <a:extLst>
              <a:ext uri="{FF2B5EF4-FFF2-40B4-BE49-F238E27FC236}">
                <a16:creationId xmlns:a16="http://schemas.microsoft.com/office/drawing/2014/main" id="{ADDF4763-E708-4C9D-9EF4-1966179D7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446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三、</a:t>
            </a:r>
            <a:r>
              <a:rPr lang="en-US" altLang="zh-CN" sz="3600">
                <a:solidFill>
                  <a:srgbClr val="FF3300"/>
                </a:solidFill>
                <a:ea typeface="楷体" panose="02010609060101010101" pitchFamily="49" charset="-122"/>
              </a:rPr>
              <a:t>I/O</a:t>
            </a:r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地址空间</a:t>
            </a:r>
          </a:p>
        </p:txBody>
      </p:sp>
      <p:sp>
        <p:nvSpPr>
          <p:cNvPr id="132109" name="Text Box 16">
            <a:extLst>
              <a:ext uri="{FF2B5EF4-FFF2-40B4-BE49-F238E27FC236}">
                <a16:creationId xmlns:a16="http://schemas.microsoft.com/office/drawing/2014/main" id="{2381EADC-6507-4B4E-AD19-F32E1BB97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557338"/>
            <a:ext cx="6192837" cy="10668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200"/>
              <a:t>端口地址</a:t>
            </a:r>
            <a:r>
              <a:rPr lang="zh-CN" altLang="en-US" sz="3200">
                <a:solidFill>
                  <a:schemeClr val="tx1"/>
                </a:solidFill>
              </a:rPr>
              <a:t>组成了一个独立于内存的</a:t>
            </a:r>
            <a:r>
              <a:rPr lang="en-US" altLang="zh-CN" sz="3200">
                <a:solidFill>
                  <a:schemeClr val="tx1"/>
                </a:solidFill>
              </a:rPr>
              <a:t>I/O</a:t>
            </a:r>
            <a:r>
              <a:rPr lang="zh-CN" altLang="en-US" sz="3200">
                <a:solidFill>
                  <a:schemeClr val="tx1"/>
                </a:solidFill>
              </a:rPr>
              <a:t>地址空间。</a:t>
            </a:r>
            <a:endParaRPr lang="zh-CN" altLang="en-US" sz="3200"/>
          </a:p>
        </p:txBody>
      </p:sp>
      <p:sp>
        <p:nvSpPr>
          <p:cNvPr id="132110" name="Text Box 17">
            <a:extLst>
              <a:ext uri="{FF2B5EF4-FFF2-40B4-BE49-F238E27FC236}">
                <a16:creationId xmlns:a16="http://schemas.microsoft.com/office/drawing/2014/main" id="{E8CD1B39-DCA8-40FF-8A0C-322B499D4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852738"/>
            <a:ext cx="74882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600">
                <a:solidFill>
                  <a:schemeClr val="tx1"/>
                </a:solidFill>
              </a:rPr>
              <a:t>80x86</a:t>
            </a:r>
            <a:r>
              <a:rPr lang="zh-CN" altLang="en-US" sz="3600">
                <a:solidFill>
                  <a:schemeClr val="tx1"/>
                </a:solidFill>
              </a:rPr>
              <a:t>机的</a:t>
            </a:r>
            <a:r>
              <a:rPr lang="en-US" altLang="zh-CN" sz="3600"/>
              <a:t>I/O</a:t>
            </a:r>
            <a:r>
              <a:rPr lang="zh-CN" altLang="en-US" sz="3600"/>
              <a:t>地址空间</a:t>
            </a:r>
            <a:r>
              <a:rPr lang="zh-CN" altLang="en-US" sz="3600">
                <a:solidFill>
                  <a:schemeClr val="tx1"/>
                </a:solidFill>
              </a:rPr>
              <a:t>可达</a:t>
            </a:r>
            <a:r>
              <a:rPr lang="en-US" altLang="zh-CN" sz="3600">
                <a:solidFill>
                  <a:srgbClr val="FF0000"/>
                </a:solidFill>
              </a:rPr>
              <a:t>64K</a:t>
            </a:r>
            <a:r>
              <a:rPr lang="zh-CN" altLang="en-US" sz="3600">
                <a:solidFill>
                  <a:schemeClr val="accent2"/>
                </a:solidFill>
              </a:rPr>
              <a:t>，</a:t>
            </a:r>
            <a:r>
              <a:rPr lang="zh-CN" altLang="en-US" sz="3600">
                <a:solidFill>
                  <a:schemeClr val="tx1"/>
                </a:solidFill>
              </a:rPr>
              <a:t>即端口地址的范围是</a:t>
            </a:r>
            <a:r>
              <a:rPr lang="en-US" altLang="zh-CN" sz="3600">
                <a:solidFill>
                  <a:schemeClr val="tx1"/>
                </a:solidFill>
              </a:rPr>
              <a:t>0000~FFFFH</a:t>
            </a:r>
            <a:r>
              <a:rPr lang="zh-CN" altLang="en-US" sz="3600">
                <a:solidFill>
                  <a:schemeClr val="tx1"/>
                </a:solidFill>
              </a:rPr>
              <a:t>。</a:t>
            </a:r>
            <a:endParaRPr lang="zh-CN" altLang="en-US" sz="360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Line 1027">
            <a:extLst>
              <a:ext uri="{FF2B5EF4-FFF2-40B4-BE49-F238E27FC236}">
                <a16:creationId xmlns:a16="http://schemas.microsoft.com/office/drawing/2014/main" id="{232C7CF9-7CE8-4DE2-947B-D7E827111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47" name="Line 1031">
            <a:extLst>
              <a:ext uri="{FF2B5EF4-FFF2-40B4-BE49-F238E27FC236}">
                <a16:creationId xmlns:a16="http://schemas.microsoft.com/office/drawing/2014/main" id="{231C87D8-EA8D-484A-B922-3BAACEC476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4148" name="AutoShape 1032">
            <a:extLst>
              <a:ext uri="{FF2B5EF4-FFF2-40B4-BE49-F238E27FC236}">
                <a16:creationId xmlns:a16="http://schemas.microsoft.com/office/drawing/2014/main" id="{D5882CB2-F662-4AA1-967F-0644C9D05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4149" name="AutoShape 1033">
            <a:extLst>
              <a:ext uri="{FF2B5EF4-FFF2-40B4-BE49-F238E27FC236}">
                <a16:creationId xmlns:a16="http://schemas.microsoft.com/office/drawing/2014/main" id="{158C2C6A-09D5-4D19-A365-8B089D8CC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F0D4C8D-9B80-4FE9-BA1B-A9D40B8DE063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4151" name="Text Box 1029">
            <a:extLst>
              <a:ext uri="{FF2B5EF4-FFF2-40B4-BE49-F238E27FC236}">
                <a16:creationId xmlns:a16="http://schemas.microsoft.com/office/drawing/2014/main" id="{2C6C53D6-6FE2-4A90-BC18-7DD7EF99A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0"/>
            <a:ext cx="3059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2.4   I/O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地址空间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66565" name="Text Box 1029">
            <a:extLst>
              <a:ext uri="{FF2B5EF4-FFF2-40B4-BE49-F238E27FC236}">
                <a16:creationId xmlns:a16="http://schemas.microsoft.com/office/drawing/2014/main" id="{68CBE258-7497-4DB7-AB7D-79E58DFFB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916113"/>
            <a:ext cx="7391400" cy="3937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通过</a:t>
            </a:r>
            <a:r>
              <a:rPr lang="en-US" altLang="zh-CN" sz="3600">
                <a:ea typeface="宋体" panose="02010600030101010101" pitchFamily="2" charset="-122"/>
              </a:rPr>
              <a:t>IN</a:t>
            </a:r>
            <a:r>
              <a:rPr lang="zh-CN" altLang="en-US" sz="3600">
                <a:ea typeface="宋体" panose="02010600030101010101" pitchFamily="2" charset="-122"/>
              </a:rPr>
              <a:t>、</a:t>
            </a:r>
            <a:r>
              <a:rPr lang="en-US" altLang="zh-CN" sz="3600">
                <a:ea typeface="宋体" panose="02010600030101010101" pitchFamily="2" charset="-122"/>
              </a:rPr>
              <a:t>OUT</a:t>
            </a:r>
            <a:r>
              <a:rPr lang="zh-CN" altLang="en-US" sz="3600">
                <a:ea typeface="宋体" panose="02010600030101010101" pitchFamily="2" charset="-122"/>
              </a:rPr>
              <a:t>指令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，直接访问</a:t>
            </a:r>
            <a:r>
              <a:rPr lang="zh-CN" altLang="en-US" sz="3600">
                <a:solidFill>
                  <a:srgbClr val="FF0000"/>
                </a:solidFill>
                <a:ea typeface="宋体" panose="02010600030101010101" pitchFamily="2" charset="-122"/>
              </a:rPr>
              <a:t>端口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</a:p>
          <a:p>
            <a:pPr algn="just"/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lang="en-US" altLang="zh-CN" sz="3600">
                <a:ea typeface="宋体" panose="02010600030101010101" pitchFamily="2" charset="-122"/>
              </a:rPr>
              <a:t>BIOS</a:t>
            </a:r>
            <a:r>
              <a:rPr lang="zh-CN" altLang="en-US" sz="3600">
                <a:ea typeface="宋体" panose="02010600030101010101" pitchFamily="2" charset="-122"/>
              </a:rPr>
              <a:t>中断调用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，利用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BIOS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提供的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I/O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子程序。</a:t>
            </a:r>
          </a:p>
          <a:p>
            <a:pPr algn="just"/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en-US" altLang="zh-CN" sz="3600">
                <a:ea typeface="宋体" panose="02010600030101010101" pitchFamily="2" charset="-122"/>
              </a:rPr>
              <a:t>DOS</a:t>
            </a:r>
            <a:r>
              <a:rPr lang="zh-CN" altLang="en-US" sz="3600">
                <a:ea typeface="宋体" panose="02010600030101010101" pitchFamily="2" charset="-122"/>
              </a:rPr>
              <a:t>功能调用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，利用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DOS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提供的</a:t>
            </a:r>
            <a:r>
              <a:rPr lang="en-US" altLang="zh-CN" sz="3600">
                <a:solidFill>
                  <a:schemeClr val="tx1"/>
                </a:solidFill>
                <a:ea typeface="宋体" panose="02010600030101010101" pitchFamily="2" charset="-122"/>
              </a:rPr>
              <a:t>I/O</a:t>
            </a:r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功能子程序。</a:t>
            </a:r>
          </a:p>
          <a:p>
            <a:pPr algn="just"/>
            <a:r>
              <a:rPr lang="zh-CN" altLang="en-US" sz="360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134153" name="灯片编号占位符 13">
            <a:extLst>
              <a:ext uri="{FF2B5EF4-FFF2-40B4-BE49-F238E27FC236}">
                <a16:creationId xmlns:a16="http://schemas.microsoft.com/office/drawing/2014/main" id="{32FF7B78-8D5C-409A-A10C-CFADE6D9869D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9440453E-830B-4CBC-BC7A-EDF892B6CFBB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55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4154" name="日期占位符 12">
            <a:extLst>
              <a:ext uri="{FF2B5EF4-FFF2-40B4-BE49-F238E27FC236}">
                <a16:creationId xmlns:a16="http://schemas.microsoft.com/office/drawing/2014/main" id="{DF81EAC4-A5A7-45BD-999F-A491C6A4F4B0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5E21FE5-9973-484A-9729-F7E70D07C0E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4155" name="页脚占位符 14">
            <a:extLst>
              <a:ext uri="{FF2B5EF4-FFF2-40B4-BE49-F238E27FC236}">
                <a16:creationId xmlns:a16="http://schemas.microsoft.com/office/drawing/2014/main" id="{F51E745A-8EE1-45EF-A3A6-D39ABC31CDAF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34156" name="Text Box 15">
            <a:extLst>
              <a:ext uri="{FF2B5EF4-FFF2-40B4-BE49-F238E27FC236}">
                <a16:creationId xmlns:a16="http://schemas.microsoft.com/office/drawing/2014/main" id="{D99204F7-026E-4D4F-A202-3FCF66AC5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981075"/>
            <a:ext cx="6769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  <a:ea typeface="楷体" panose="02010609060101010101" pitchFamily="49" charset="-122"/>
              </a:rPr>
              <a:t>主机与外设的信息交换，可以：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5" grpId="0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Line 1027">
            <a:extLst>
              <a:ext uri="{FF2B5EF4-FFF2-40B4-BE49-F238E27FC236}">
                <a16:creationId xmlns:a16="http://schemas.microsoft.com/office/drawing/2014/main" id="{E9BC83AA-38B2-4018-9AAC-89B51298D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195" name="Line 1031">
            <a:extLst>
              <a:ext uri="{FF2B5EF4-FFF2-40B4-BE49-F238E27FC236}">
                <a16:creationId xmlns:a16="http://schemas.microsoft.com/office/drawing/2014/main" id="{35040993-A84C-4CBC-9768-017BEB617A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196" name="AutoShape 1032">
            <a:extLst>
              <a:ext uri="{FF2B5EF4-FFF2-40B4-BE49-F238E27FC236}">
                <a16:creationId xmlns:a16="http://schemas.microsoft.com/office/drawing/2014/main" id="{53AD5B90-2299-49F9-A6D2-DF27EB778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2384425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6197" name="AutoShape 1033">
            <a:extLst>
              <a:ext uri="{FF2B5EF4-FFF2-40B4-BE49-F238E27FC236}">
                <a16:creationId xmlns:a16="http://schemas.microsoft.com/office/drawing/2014/main" id="{76FECBD0-AA61-414E-8EB8-56FA900C6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6B040C60-92AD-4532-AE37-D26B64887A31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6199" name="Rectangle 7">
            <a:extLst>
              <a:ext uri="{FF2B5EF4-FFF2-40B4-BE49-F238E27FC236}">
                <a16:creationId xmlns:a16="http://schemas.microsoft.com/office/drawing/2014/main" id="{1662A1C7-553F-4072-8A9E-27059A84C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96975"/>
            <a:ext cx="62658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>
                <a:ea typeface="宋体" panose="02010600030101010101" pitchFamily="2" charset="-122"/>
              </a:rPr>
              <a:t>2.5  80x86CPU</a:t>
            </a:r>
            <a:r>
              <a:rPr lang="zh-CN" altLang="en-US" sz="4000">
                <a:ea typeface="宋体" panose="02010600030101010101" pitchFamily="2" charset="-122"/>
              </a:rPr>
              <a:t>的工作模式</a:t>
            </a:r>
            <a:r>
              <a:rPr lang="zh-CN" altLang="en-US" sz="4000">
                <a:solidFill>
                  <a:srgbClr val="FF3300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36200" name="灯片编号占位符 13">
            <a:extLst>
              <a:ext uri="{FF2B5EF4-FFF2-40B4-BE49-F238E27FC236}">
                <a16:creationId xmlns:a16="http://schemas.microsoft.com/office/drawing/2014/main" id="{48A28D8F-77D8-405C-81D6-977B091B140A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81A00B9-4112-4C01-8102-982B54354C0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56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6201" name="日期占位符 12">
            <a:extLst>
              <a:ext uri="{FF2B5EF4-FFF2-40B4-BE49-F238E27FC236}">
                <a16:creationId xmlns:a16="http://schemas.microsoft.com/office/drawing/2014/main" id="{04EF6AB9-3C9D-46D8-9855-B4204BF01EC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8D185CAA-6A42-442B-B6AB-57C25F795117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6202" name="页脚占位符 14">
            <a:extLst>
              <a:ext uri="{FF2B5EF4-FFF2-40B4-BE49-F238E27FC236}">
                <a16:creationId xmlns:a16="http://schemas.microsoft.com/office/drawing/2014/main" id="{7227430E-F911-4320-8091-27051DAEBBE1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46085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</a:p>
        </p:txBody>
      </p:sp>
      <p:sp>
        <p:nvSpPr>
          <p:cNvPr id="136203" name="Text Box 1029">
            <a:extLst>
              <a:ext uri="{FF2B5EF4-FFF2-40B4-BE49-F238E27FC236}">
                <a16:creationId xmlns:a16="http://schemas.microsoft.com/office/drawing/2014/main" id="{EE9F67ED-34E5-4593-BD15-1DBBE2E8A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80x86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编程的硬件基础</a:t>
            </a:r>
          </a:p>
        </p:txBody>
      </p:sp>
      <p:sp>
        <p:nvSpPr>
          <p:cNvPr id="136204" name="Rectangle 12">
            <a:extLst>
              <a:ext uri="{FF2B5EF4-FFF2-40B4-BE49-F238E27FC236}">
                <a16:creationId xmlns:a16="http://schemas.microsoft.com/office/drawing/2014/main" id="{0E1ABBF2-632E-404A-9A0A-992820962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2636838"/>
            <a:ext cx="4535488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</a:rPr>
              <a:t>一、实模式</a:t>
            </a:r>
          </a:p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</a:rPr>
              <a:t>二、保护模式</a:t>
            </a:r>
            <a:endParaRPr lang="en-US" altLang="zh-CN" sz="36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</a:rPr>
              <a:t>三、虚拟</a:t>
            </a:r>
            <a:r>
              <a:rPr lang="en-US" altLang="zh-CN" sz="3600">
                <a:solidFill>
                  <a:schemeClr val="tx1"/>
                </a:solidFill>
              </a:rPr>
              <a:t>8086</a:t>
            </a:r>
            <a:r>
              <a:rPr lang="zh-CN" altLang="en-US" sz="3600">
                <a:solidFill>
                  <a:schemeClr val="tx1"/>
                </a:solidFill>
              </a:rPr>
              <a:t>模式</a:t>
            </a:r>
          </a:p>
        </p:txBody>
      </p:sp>
    </p:spTree>
  </p:cSld>
  <p:clrMapOvr>
    <a:masterClrMapping/>
  </p:clrMapOvr>
  <p:transition>
    <p:dissolv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Line 1027">
            <a:extLst>
              <a:ext uri="{FF2B5EF4-FFF2-40B4-BE49-F238E27FC236}">
                <a16:creationId xmlns:a16="http://schemas.microsoft.com/office/drawing/2014/main" id="{2525E1BF-D38E-4785-8F83-8E240BF0A1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3" name="Line 1031">
            <a:extLst>
              <a:ext uri="{FF2B5EF4-FFF2-40B4-BE49-F238E27FC236}">
                <a16:creationId xmlns:a16="http://schemas.microsoft.com/office/drawing/2014/main" id="{08D4F753-E9AB-42D0-AEB8-69B41A8421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8244" name="AutoShape 1032">
            <a:extLst>
              <a:ext uri="{FF2B5EF4-FFF2-40B4-BE49-F238E27FC236}">
                <a16:creationId xmlns:a16="http://schemas.microsoft.com/office/drawing/2014/main" id="{8DB4BE9E-C53C-43EF-86E9-DF6159FE2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8245" name="AutoShape 1033">
            <a:extLst>
              <a:ext uri="{FF2B5EF4-FFF2-40B4-BE49-F238E27FC236}">
                <a16:creationId xmlns:a16="http://schemas.microsoft.com/office/drawing/2014/main" id="{3618CD50-7EED-4606-A66F-A0ADBAA3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7A47AB8-DA86-4861-B3F2-B8AB6B15EC67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110" name="Text Box 6">
            <a:extLst>
              <a:ext uri="{FF2B5EF4-FFF2-40B4-BE49-F238E27FC236}">
                <a16:creationId xmlns:a16="http://schemas.microsoft.com/office/drawing/2014/main" id="{304C15A4-9B31-4FBD-8D28-C103BB7D8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628775"/>
            <a:ext cx="7993062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	8086/8088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只能工作在实模式，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80x86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以上的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CPU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在实模式下只有低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20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位地址线起作用，仅能寻址第一个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1MB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的内存空间。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	</a:t>
            </a:r>
            <a:endParaRPr lang="zh-CN" altLang="en-US" sz="3200">
              <a:solidFill>
                <a:srgbClr val="000000"/>
              </a:solidFill>
              <a:latin typeface="楷体_GB2312" pitchFamily="49" charset="-122"/>
            </a:endParaRPr>
          </a:p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	实模式解决了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16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位字长的机器寻址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20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位地址的问题。</a:t>
            </a:r>
            <a:r>
              <a:rPr lang="zh-CN" altLang="en-US" sz="1600" b="0">
                <a:solidFill>
                  <a:srgbClr val="000000"/>
                </a:solidFill>
                <a:latin typeface="楷体_GB2312" pitchFamily="49" charset="-122"/>
              </a:rPr>
              <a:t>   </a:t>
            </a:r>
          </a:p>
        </p:txBody>
      </p:sp>
      <p:sp>
        <p:nvSpPr>
          <p:cNvPr id="138248" name="灯片编号占位符 13">
            <a:extLst>
              <a:ext uri="{FF2B5EF4-FFF2-40B4-BE49-F238E27FC236}">
                <a16:creationId xmlns:a16="http://schemas.microsoft.com/office/drawing/2014/main" id="{642EC498-E259-4E8A-8666-D2129BB695D9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EBE165AD-57C1-4498-81CF-86E158492E4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57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8249" name="日期占位符 12">
            <a:extLst>
              <a:ext uri="{FF2B5EF4-FFF2-40B4-BE49-F238E27FC236}">
                <a16:creationId xmlns:a16="http://schemas.microsoft.com/office/drawing/2014/main" id="{BBF965F6-BE09-4C41-8FFD-83A527246CD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94F7F78-2BF4-490C-A46A-BC8AD2CBBF3A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8250" name="页脚占位符 14">
            <a:extLst>
              <a:ext uri="{FF2B5EF4-FFF2-40B4-BE49-F238E27FC236}">
                <a16:creationId xmlns:a16="http://schemas.microsoft.com/office/drawing/2014/main" id="{B3AFCE51-4B87-45E8-B435-683613B9BEA4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38251" name="Text Box 1029">
            <a:extLst>
              <a:ext uri="{FF2B5EF4-FFF2-40B4-BE49-F238E27FC236}">
                <a16:creationId xmlns:a16="http://schemas.microsoft.com/office/drawing/2014/main" id="{E3BD35B9-202A-4244-8C35-8C37AEC68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88913"/>
            <a:ext cx="4500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ea typeface="宋体" panose="02010600030101010101" pitchFamily="2" charset="-122"/>
              </a:rPr>
              <a:t>2.5  80x86CPU</a:t>
            </a:r>
            <a:r>
              <a:rPr kumimoji="0" lang="zh-CN" altLang="en-US" sz="2800">
                <a:ea typeface="宋体" panose="02010600030101010101" pitchFamily="2" charset="-122"/>
              </a:rPr>
              <a:t>的工作模式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*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38252" name="TextBox 11">
            <a:extLst>
              <a:ext uri="{FF2B5EF4-FFF2-40B4-BE49-F238E27FC236}">
                <a16:creationId xmlns:a16="http://schemas.microsoft.com/office/drawing/2014/main" id="{434DC90E-51F1-4CDB-B791-04A2B3DB0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3095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一、实模式</a:t>
            </a:r>
          </a:p>
        </p:txBody>
      </p:sp>
      <p:sp>
        <p:nvSpPr>
          <p:cNvPr id="138253" name="Text Box 15">
            <a:extLst>
              <a:ext uri="{FF2B5EF4-FFF2-40B4-BE49-F238E27FC236}">
                <a16:creationId xmlns:a16="http://schemas.microsoft.com/office/drawing/2014/main" id="{BD939BAE-EE22-4C6C-A501-8C5D2495E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941888"/>
            <a:ext cx="4824413" cy="57943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MS-DOS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运行在实模式下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Line 1027">
            <a:extLst>
              <a:ext uri="{FF2B5EF4-FFF2-40B4-BE49-F238E27FC236}">
                <a16:creationId xmlns:a16="http://schemas.microsoft.com/office/drawing/2014/main" id="{DE405BCB-8C0B-433F-9BDA-7E0A977BE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291" name="Line 1031">
            <a:extLst>
              <a:ext uri="{FF2B5EF4-FFF2-40B4-BE49-F238E27FC236}">
                <a16:creationId xmlns:a16="http://schemas.microsoft.com/office/drawing/2014/main" id="{68050CCE-DA45-41BB-84D1-458B667D30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0292" name="AutoShape 1032">
            <a:extLst>
              <a:ext uri="{FF2B5EF4-FFF2-40B4-BE49-F238E27FC236}">
                <a16:creationId xmlns:a16="http://schemas.microsoft.com/office/drawing/2014/main" id="{A26C49D3-C9D9-4B2A-A1E5-AD438F591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0293" name="AutoShape 1033">
            <a:extLst>
              <a:ext uri="{FF2B5EF4-FFF2-40B4-BE49-F238E27FC236}">
                <a16:creationId xmlns:a16="http://schemas.microsoft.com/office/drawing/2014/main" id="{0E2B1E51-643A-4CDE-891E-102D78688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B9B565F6-B38F-467B-82BC-0460BDFB23CC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4757" name="Text Box 5">
            <a:extLst>
              <a:ext uri="{FF2B5EF4-FFF2-40B4-BE49-F238E27FC236}">
                <a16:creationId xmlns:a16="http://schemas.microsoft.com/office/drawing/2014/main" id="{81CA50DE-680B-4314-897E-730A02266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23925"/>
            <a:ext cx="91440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32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实模式的编程要点</a:t>
            </a:r>
          </a:p>
          <a:p>
            <a:pPr lvl="1" algn="just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3200" b="0">
                <a:solidFill>
                  <a:srgbClr val="000000"/>
                </a:solidFill>
                <a:latin typeface="楷体_GB2312" pitchFamily="49" charset="-122"/>
              </a:rPr>
              <a:t> 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采用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16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位段，段地址与偏移地址均为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16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位，即使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32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80x86 CPU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（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80386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及更高）也只能寻址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1MB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的内存空间。</a:t>
            </a:r>
            <a:r>
              <a:rPr lang="en-US" altLang="zh-CN" sz="2800">
                <a:solidFill>
                  <a:srgbClr val="FF0000"/>
                </a:solidFill>
              </a:rPr>
              <a:t>20</a:t>
            </a:r>
            <a:r>
              <a:rPr lang="zh-CN" altLang="en-US" sz="2800">
                <a:solidFill>
                  <a:srgbClr val="FF0000"/>
                </a:solidFill>
              </a:rPr>
              <a:t>位物理地址＝段地址</a:t>
            </a:r>
            <a:r>
              <a:rPr lang="en-US" altLang="zh-CN" sz="2800">
                <a:solidFill>
                  <a:srgbClr val="FF0000"/>
                </a:solidFill>
              </a:rPr>
              <a:t>×16+</a:t>
            </a:r>
            <a:r>
              <a:rPr lang="zh-CN" altLang="en-US" sz="2800">
                <a:solidFill>
                  <a:srgbClr val="FF0000"/>
                </a:solidFill>
              </a:rPr>
              <a:t>偏移地址</a:t>
            </a:r>
            <a:endParaRPr lang="zh-CN" altLang="en-US" sz="2800">
              <a:solidFill>
                <a:srgbClr val="FF0000"/>
              </a:solidFill>
              <a:latin typeface="楷体_GB2312" pitchFamily="49" charset="-122"/>
            </a:endParaRPr>
          </a:p>
          <a:p>
            <a:pPr lvl="1" algn="just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CPU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总是从地址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CS:IP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处取指令，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EIP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的高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16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位为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0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。</a:t>
            </a:r>
          </a:p>
          <a:p>
            <a:pPr lvl="1" algn="just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SS:SP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指向堆栈段的栈顶地址，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ESP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的高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16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位为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0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。</a:t>
            </a:r>
          </a:p>
          <a:p>
            <a:pPr lvl="1" algn="just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 在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32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80x86 CPU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下，程序可以使用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32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位寄存器和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32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位操作数，但采用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32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位寄存器表示偏移地址时，只使用低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16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位，高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16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位为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</a:rPr>
              <a:t>0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</a:rPr>
              <a:t>。</a:t>
            </a:r>
          </a:p>
        </p:txBody>
      </p:sp>
      <p:sp>
        <p:nvSpPr>
          <p:cNvPr id="140296" name="灯片编号占位符 13">
            <a:extLst>
              <a:ext uri="{FF2B5EF4-FFF2-40B4-BE49-F238E27FC236}">
                <a16:creationId xmlns:a16="http://schemas.microsoft.com/office/drawing/2014/main" id="{EBFEE670-E412-42EE-897E-86F0CA18F9BA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D8044DDB-6FAB-42FE-8113-396C78D40633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58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297" name="日期占位符 12">
            <a:extLst>
              <a:ext uri="{FF2B5EF4-FFF2-40B4-BE49-F238E27FC236}">
                <a16:creationId xmlns:a16="http://schemas.microsoft.com/office/drawing/2014/main" id="{572C6819-3428-46A0-91A5-0252253A084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7A123DFD-E5DF-43E7-B9BE-7357DE8C90A8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298" name="页脚占位符 14">
            <a:extLst>
              <a:ext uri="{FF2B5EF4-FFF2-40B4-BE49-F238E27FC236}">
                <a16:creationId xmlns:a16="http://schemas.microsoft.com/office/drawing/2014/main" id="{017E0E86-222C-4BD1-B5D0-FEAEDB9B06DD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40299" name="Text Box 1029">
            <a:extLst>
              <a:ext uri="{FF2B5EF4-FFF2-40B4-BE49-F238E27FC236}">
                <a16:creationId xmlns:a16="http://schemas.microsoft.com/office/drawing/2014/main" id="{883A108F-D5DB-4FDE-B1AB-3E06C04CD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7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Line 1027">
            <a:extLst>
              <a:ext uri="{FF2B5EF4-FFF2-40B4-BE49-F238E27FC236}">
                <a16:creationId xmlns:a16="http://schemas.microsoft.com/office/drawing/2014/main" id="{47B2C6FA-5171-486A-8754-A18A3F9138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39" name="Line 1031">
            <a:extLst>
              <a:ext uri="{FF2B5EF4-FFF2-40B4-BE49-F238E27FC236}">
                <a16:creationId xmlns:a16="http://schemas.microsoft.com/office/drawing/2014/main" id="{BCCF1F6A-ADD6-445A-823F-C8E858B89A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40" name="AutoShape 1032">
            <a:extLst>
              <a:ext uri="{FF2B5EF4-FFF2-40B4-BE49-F238E27FC236}">
                <a16:creationId xmlns:a16="http://schemas.microsoft.com/office/drawing/2014/main" id="{B15BE551-B239-40C2-BFE3-7C5CDA0B9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2341" name="AutoShape 1033">
            <a:extLst>
              <a:ext uri="{FF2B5EF4-FFF2-40B4-BE49-F238E27FC236}">
                <a16:creationId xmlns:a16="http://schemas.microsoft.com/office/drawing/2014/main" id="{2AA3DE29-5670-434E-9267-F943188B7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9F4769C8-E3CD-478D-8D6D-9FEE680C2B2B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A8069BD6-7D9E-4D2B-9A7E-AC53A24C2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8207375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80286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起得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32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位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80x86 CPU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的主要工作模式：</a:t>
            </a:r>
          </a:p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（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1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）解决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1MB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以上地址空间的寻址问题</a:t>
            </a:r>
          </a:p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（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2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）提供对程序和数据进行安全检查的保护机制，从而支持多任务处理。</a:t>
            </a:r>
          </a:p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（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3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）采用分段和分页相结合的内存寻址方式    </a:t>
            </a:r>
          </a:p>
        </p:txBody>
      </p:sp>
      <p:sp>
        <p:nvSpPr>
          <p:cNvPr id="142344" name="灯片编号占位符 13">
            <a:extLst>
              <a:ext uri="{FF2B5EF4-FFF2-40B4-BE49-F238E27FC236}">
                <a16:creationId xmlns:a16="http://schemas.microsoft.com/office/drawing/2014/main" id="{1F36862A-30A0-48AD-A086-C1B96B679E6D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E49AAF61-0F9D-43A2-AC0F-396A5839F2E7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59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2345" name="日期占位符 12">
            <a:extLst>
              <a:ext uri="{FF2B5EF4-FFF2-40B4-BE49-F238E27FC236}">
                <a16:creationId xmlns:a16="http://schemas.microsoft.com/office/drawing/2014/main" id="{A2A20EA1-0CBA-42B7-8CF6-6AF8B614047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7CC9D161-3625-4D5B-B2A5-ABD578DBAA23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2346" name="页脚占位符 14">
            <a:extLst>
              <a:ext uri="{FF2B5EF4-FFF2-40B4-BE49-F238E27FC236}">
                <a16:creationId xmlns:a16="http://schemas.microsoft.com/office/drawing/2014/main" id="{155926D5-2F93-4FD1-8A6D-4B674916AE28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42347" name="Text Box 1029">
            <a:extLst>
              <a:ext uri="{FF2B5EF4-FFF2-40B4-BE49-F238E27FC236}">
                <a16:creationId xmlns:a16="http://schemas.microsoft.com/office/drawing/2014/main" id="{5A61B15A-4D57-4DB3-A5AB-5C82550D2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88913"/>
            <a:ext cx="4500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ea typeface="宋体" panose="02010600030101010101" pitchFamily="2" charset="-122"/>
              </a:rPr>
              <a:t>2.5  80x86CPU</a:t>
            </a:r>
            <a:r>
              <a:rPr kumimoji="0" lang="zh-CN" altLang="en-US" sz="2800">
                <a:ea typeface="宋体" panose="02010600030101010101" pitchFamily="2" charset="-122"/>
              </a:rPr>
              <a:t>的工作模式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*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42348" name="TextBox 11">
            <a:extLst>
              <a:ext uri="{FF2B5EF4-FFF2-40B4-BE49-F238E27FC236}">
                <a16:creationId xmlns:a16="http://schemas.microsoft.com/office/drawing/2014/main" id="{9A8DD531-20F0-4E18-A0DA-144025134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3095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二、保护模式</a:t>
            </a:r>
          </a:p>
        </p:txBody>
      </p:sp>
      <p:sp>
        <p:nvSpPr>
          <p:cNvPr id="142349" name="Text Box 14">
            <a:extLst>
              <a:ext uri="{FF2B5EF4-FFF2-40B4-BE49-F238E27FC236}">
                <a16:creationId xmlns:a16="http://schemas.microsoft.com/office/drawing/2014/main" id="{6CCA3B3B-5729-451A-A351-553FD930D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3075" y="5273675"/>
            <a:ext cx="5543550" cy="5842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Windows 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运行在保护模式下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Line 1027">
            <a:extLst>
              <a:ext uri="{FF2B5EF4-FFF2-40B4-BE49-F238E27FC236}">
                <a16:creationId xmlns:a16="http://schemas.microsoft.com/office/drawing/2014/main" id="{DD8B5786-8A9B-46E5-8946-D1C9EF390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387" name="Line 1031">
            <a:extLst>
              <a:ext uri="{FF2B5EF4-FFF2-40B4-BE49-F238E27FC236}">
                <a16:creationId xmlns:a16="http://schemas.microsoft.com/office/drawing/2014/main" id="{DAB348B8-9517-42C3-B656-C67A64A048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4388" name="AutoShape 1032">
            <a:extLst>
              <a:ext uri="{FF2B5EF4-FFF2-40B4-BE49-F238E27FC236}">
                <a16:creationId xmlns:a16="http://schemas.microsoft.com/office/drawing/2014/main" id="{29A1C34B-5972-4594-AE2D-BB435949D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4389" name="AutoShape 1033">
            <a:extLst>
              <a:ext uri="{FF2B5EF4-FFF2-40B4-BE49-F238E27FC236}">
                <a16:creationId xmlns:a16="http://schemas.microsoft.com/office/drawing/2014/main" id="{A7AEDBAE-E4FC-4AF9-9D51-164570421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685" name="Text Box 5">
            <a:extLst>
              <a:ext uri="{FF2B5EF4-FFF2-40B4-BE49-F238E27FC236}">
                <a16:creationId xmlns:a16="http://schemas.microsoft.com/office/drawing/2014/main" id="{44C2E4BF-4BD0-4685-B5E5-C360C5BE9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557338"/>
            <a:ext cx="82089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仍采用“段</a:t>
            </a:r>
            <a:r>
              <a:rPr lang="en-US" altLang="zh-CN" sz="3200">
                <a:solidFill>
                  <a:srgbClr val="000000"/>
                </a:solidFill>
                <a:latin typeface="楷体_GB2312" pitchFamily="49" charset="-122"/>
              </a:rPr>
              <a:t>: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</a:rPr>
              <a:t>偏移地址”的方式，不同的是： </a:t>
            </a:r>
          </a:p>
        </p:txBody>
      </p:sp>
      <p:sp>
        <p:nvSpPr>
          <p:cNvPr id="144391" name="灯片编号占位符 13">
            <a:extLst>
              <a:ext uri="{FF2B5EF4-FFF2-40B4-BE49-F238E27FC236}">
                <a16:creationId xmlns:a16="http://schemas.microsoft.com/office/drawing/2014/main" id="{6C6F85D7-DFE5-472A-902F-B57D624F97C3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E169E587-487F-4DE8-A257-AB4B31B7964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4392" name="日期占位符 12">
            <a:extLst>
              <a:ext uri="{FF2B5EF4-FFF2-40B4-BE49-F238E27FC236}">
                <a16:creationId xmlns:a16="http://schemas.microsoft.com/office/drawing/2014/main" id="{9F0770FA-0427-426E-825D-C9C622CC0F1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A5410FE-EA33-46CE-8B43-4C62E266311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4393" name="页脚占位符 14">
            <a:extLst>
              <a:ext uri="{FF2B5EF4-FFF2-40B4-BE49-F238E27FC236}">
                <a16:creationId xmlns:a16="http://schemas.microsoft.com/office/drawing/2014/main" id="{636DB028-48DF-4D5D-88FA-746889A0C7D2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44394" name="Text Box 1029">
            <a:extLst>
              <a:ext uri="{FF2B5EF4-FFF2-40B4-BE49-F238E27FC236}">
                <a16:creationId xmlns:a16="http://schemas.microsoft.com/office/drawing/2014/main" id="{BE7F770F-A8D2-45C1-9BC4-9915A3969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88913"/>
            <a:ext cx="4500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ea typeface="宋体" panose="02010600030101010101" pitchFamily="2" charset="-122"/>
              </a:rPr>
              <a:t>2.5  80x86CPU</a:t>
            </a:r>
            <a:r>
              <a:rPr kumimoji="0" lang="zh-CN" altLang="en-US" sz="2800">
                <a:ea typeface="宋体" panose="02010600030101010101" pitchFamily="2" charset="-122"/>
              </a:rPr>
              <a:t>的工作模式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*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44395" name="TextBox 11">
            <a:extLst>
              <a:ext uri="{FF2B5EF4-FFF2-40B4-BE49-F238E27FC236}">
                <a16:creationId xmlns:a16="http://schemas.microsoft.com/office/drawing/2014/main" id="{0EAD8C10-0F98-4D61-9790-5486BD9E8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5976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ea typeface="楷体" panose="02010609060101010101" pitchFamily="49" charset="-122"/>
              </a:rPr>
              <a:t>保护模式下寻址方式说明：</a:t>
            </a:r>
          </a:p>
        </p:txBody>
      </p:sp>
      <p:sp>
        <p:nvSpPr>
          <p:cNvPr id="144396" name="Text Box 14">
            <a:extLst>
              <a:ext uri="{FF2B5EF4-FFF2-40B4-BE49-F238E27FC236}">
                <a16:creationId xmlns:a16="http://schemas.microsoft.com/office/drawing/2014/main" id="{BD35A3B1-743A-4468-8915-05C32B83D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397" name="Text Box 15">
            <a:extLst>
              <a:ext uri="{FF2B5EF4-FFF2-40B4-BE49-F238E27FC236}">
                <a16:creationId xmlns:a16="http://schemas.microsoft.com/office/drawing/2014/main" id="{F4FAC3C5-1B63-47D1-B26F-792106420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16338"/>
            <a:ext cx="1944688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EC8334"/>
                </a:solidFill>
              </a:rPr>
              <a:t>段选择符</a:t>
            </a:r>
          </a:p>
        </p:txBody>
      </p:sp>
      <p:sp>
        <p:nvSpPr>
          <p:cNvPr id="144398" name="Text Box 16">
            <a:extLst>
              <a:ext uri="{FF2B5EF4-FFF2-40B4-BE49-F238E27FC236}">
                <a16:creationId xmlns:a16="http://schemas.microsoft.com/office/drawing/2014/main" id="{9A711FDF-BAA5-4D5D-8599-D4A54063F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868863"/>
            <a:ext cx="2305050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EC8334"/>
                </a:solidFill>
              </a:rPr>
              <a:t>段描述符表</a:t>
            </a:r>
          </a:p>
        </p:txBody>
      </p:sp>
      <p:sp>
        <p:nvSpPr>
          <p:cNvPr id="144399" name="Text Box 17">
            <a:extLst>
              <a:ext uri="{FF2B5EF4-FFF2-40B4-BE49-F238E27FC236}">
                <a16:creationId xmlns:a16="http://schemas.microsoft.com/office/drawing/2014/main" id="{F2F9A0F8-59B4-49EB-83D9-AB68C99D4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852738"/>
            <a:ext cx="2665412" cy="592137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0000D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0000"/>
                </a:solidFill>
              </a:rPr>
              <a:t>32</a:t>
            </a:r>
            <a:r>
              <a:rPr lang="zh-CN" altLang="en-US" sz="3200">
                <a:solidFill>
                  <a:srgbClr val="FF0000"/>
                </a:solidFill>
              </a:rPr>
              <a:t>位偏移地址</a:t>
            </a:r>
          </a:p>
        </p:txBody>
      </p:sp>
      <p:sp>
        <p:nvSpPr>
          <p:cNvPr id="144400" name="Text Box 18">
            <a:extLst>
              <a:ext uri="{FF2B5EF4-FFF2-40B4-BE49-F238E27FC236}">
                <a16:creationId xmlns:a16="http://schemas.microsoft.com/office/drawing/2014/main" id="{FAAF49D8-FE93-489D-BA70-55A63062D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4005263"/>
            <a:ext cx="2665412" cy="592137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0000D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0000"/>
                </a:solidFill>
              </a:rPr>
              <a:t>32</a:t>
            </a:r>
            <a:r>
              <a:rPr lang="zh-CN" altLang="en-US" sz="3200">
                <a:solidFill>
                  <a:srgbClr val="FF0000"/>
                </a:solidFill>
              </a:rPr>
              <a:t>位段地址</a:t>
            </a:r>
          </a:p>
        </p:txBody>
      </p:sp>
      <p:sp>
        <p:nvSpPr>
          <p:cNvPr id="144401" name="Line 19">
            <a:extLst>
              <a:ext uri="{FF2B5EF4-FFF2-40B4-BE49-F238E27FC236}">
                <a16:creationId xmlns:a16="http://schemas.microsoft.com/office/drawing/2014/main" id="{0194E8AE-79EB-4692-92CC-C0DD1C8F92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4292600"/>
            <a:ext cx="1800225" cy="8651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02" name="Line 22">
            <a:extLst>
              <a:ext uri="{FF2B5EF4-FFF2-40B4-BE49-F238E27FC236}">
                <a16:creationId xmlns:a16="http://schemas.microsoft.com/office/drawing/2014/main" id="{5687498B-3120-4FEE-94BD-8C58178B5D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03" name="Line 23">
            <a:extLst>
              <a:ext uri="{FF2B5EF4-FFF2-40B4-BE49-F238E27FC236}">
                <a16:creationId xmlns:a16="http://schemas.microsoft.com/office/drawing/2014/main" id="{C68DF994-B57D-42DF-B308-94A2F0D80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365625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04" name="Line 24">
            <a:extLst>
              <a:ext uri="{FF2B5EF4-FFF2-40B4-BE49-F238E27FC236}">
                <a16:creationId xmlns:a16="http://schemas.microsoft.com/office/drawing/2014/main" id="{B399654B-07A7-4712-8178-FE7BBFE60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4941888"/>
            <a:ext cx="4321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05" name="Text Box 25">
            <a:extLst>
              <a:ext uri="{FF2B5EF4-FFF2-40B4-BE49-F238E27FC236}">
                <a16:creationId xmlns:a16="http://schemas.microsoft.com/office/drawing/2014/main" id="{2BD7C716-D9E0-41FB-B3CB-EFA31CD3C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357563"/>
            <a:ext cx="43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/>
              <a:t>+</a:t>
            </a:r>
          </a:p>
        </p:txBody>
      </p:sp>
      <p:sp>
        <p:nvSpPr>
          <p:cNvPr id="144406" name="Text Box 26">
            <a:extLst>
              <a:ext uri="{FF2B5EF4-FFF2-40B4-BE49-F238E27FC236}">
                <a16:creationId xmlns:a16="http://schemas.microsoft.com/office/drawing/2014/main" id="{3A228CAA-26CA-4D6A-8445-1BF003F41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5157788"/>
            <a:ext cx="2665413" cy="592137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0000D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0000"/>
                </a:solidFill>
              </a:rPr>
              <a:t>32</a:t>
            </a:r>
            <a:r>
              <a:rPr lang="zh-CN" altLang="en-US" sz="3200">
                <a:solidFill>
                  <a:srgbClr val="FF0000"/>
                </a:solidFill>
              </a:rPr>
              <a:t>位线性地址</a:t>
            </a:r>
          </a:p>
        </p:txBody>
      </p:sp>
      <p:sp>
        <p:nvSpPr>
          <p:cNvPr id="144407" name="Line 27">
            <a:extLst>
              <a:ext uri="{FF2B5EF4-FFF2-40B4-BE49-F238E27FC236}">
                <a16:creationId xmlns:a16="http://schemas.microsoft.com/office/drawing/2014/main" id="{E889E04A-4D18-4E43-853F-D6782196B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133600"/>
            <a:ext cx="1368425" cy="1008063"/>
          </a:xfrm>
          <a:prstGeom prst="line">
            <a:avLst/>
          </a:prstGeom>
          <a:noFill/>
          <a:ln w="38100">
            <a:solidFill>
              <a:srgbClr val="0000D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08" name="Line 29">
            <a:extLst>
              <a:ext uri="{FF2B5EF4-FFF2-40B4-BE49-F238E27FC236}">
                <a16:creationId xmlns:a16="http://schemas.microsoft.com/office/drawing/2014/main" id="{3615ADBE-B47A-4BC2-B830-67E6AF569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09" name="Text Box 30">
            <a:extLst>
              <a:ext uri="{FF2B5EF4-FFF2-40B4-BE49-F238E27FC236}">
                <a16:creationId xmlns:a16="http://schemas.microsoft.com/office/drawing/2014/main" id="{DA54BC56-7D35-40D9-A15E-FF0A3BDA3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10" name="Line 31">
            <a:extLst>
              <a:ext uri="{FF2B5EF4-FFF2-40B4-BE49-F238E27FC236}">
                <a16:creationId xmlns:a16="http://schemas.microsoft.com/office/drawing/2014/main" id="{CC83BDEA-E21C-48C5-B7FC-D06A93FD51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11" name="Line 32">
            <a:extLst>
              <a:ext uri="{FF2B5EF4-FFF2-40B4-BE49-F238E27FC236}">
                <a16:creationId xmlns:a16="http://schemas.microsoft.com/office/drawing/2014/main" id="{9DD26031-51C2-43B2-A0FA-802138CD7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12" name="Text Box 33">
            <a:extLst>
              <a:ext uri="{FF2B5EF4-FFF2-40B4-BE49-F238E27FC236}">
                <a16:creationId xmlns:a16="http://schemas.microsoft.com/office/drawing/2014/main" id="{D8FFB4EF-ADB3-4E83-8DAA-20CFFB639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13" name="Line 34">
            <a:extLst>
              <a:ext uri="{FF2B5EF4-FFF2-40B4-BE49-F238E27FC236}">
                <a16:creationId xmlns:a16="http://schemas.microsoft.com/office/drawing/2014/main" id="{1D7CC431-1767-4DE8-9F11-E774FC488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14" name="Line 35">
            <a:extLst>
              <a:ext uri="{FF2B5EF4-FFF2-40B4-BE49-F238E27FC236}">
                <a16:creationId xmlns:a16="http://schemas.microsoft.com/office/drawing/2014/main" id="{51A0D806-84DF-4C86-9303-95DBEEFA2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365625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15" name="Line 36">
            <a:extLst>
              <a:ext uri="{FF2B5EF4-FFF2-40B4-BE49-F238E27FC236}">
                <a16:creationId xmlns:a16="http://schemas.microsoft.com/office/drawing/2014/main" id="{2B00FFB5-5EE3-4258-B5E1-BCACCD6F2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16" name="Text Box 37">
            <a:extLst>
              <a:ext uri="{FF2B5EF4-FFF2-40B4-BE49-F238E27FC236}">
                <a16:creationId xmlns:a16="http://schemas.microsoft.com/office/drawing/2014/main" id="{3400E78E-8DE4-465A-871A-459FC95A8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17" name="Line 38">
            <a:extLst>
              <a:ext uri="{FF2B5EF4-FFF2-40B4-BE49-F238E27FC236}">
                <a16:creationId xmlns:a16="http://schemas.microsoft.com/office/drawing/2014/main" id="{2D20992B-99F9-4AB6-86B9-E8EAAF78B6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18" name="Line 39">
            <a:extLst>
              <a:ext uri="{FF2B5EF4-FFF2-40B4-BE49-F238E27FC236}">
                <a16:creationId xmlns:a16="http://schemas.microsoft.com/office/drawing/2014/main" id="{5BB4A58F-6752-4F4B-A05F-1330912AD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133600"/>
            <a:ext cx="1368425" cy="1008063"/>
          </a:xfrm>
          <a:prstGeom prst="line">
            <a:avLst/>
          </a:prstGeom>
          <a:noFill/>
          <a:ln w="38100">
            <a:solidFill>
              <a:srgbClr val="0000D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19" name="Line 40">
            <a:extLst>
              <a:ext uri="{FF2B5EF4-FFF2-40B4-BE49-F238E27FC236}">
                <a16:creationId xmlns:a16="http://schemas.microsoft.com/office/drawing/2014/main" id="{5C031F97-5648-4510-A112-E65AC0E40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365625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20" name="Line 41">
            <a:extLst>
              <a:ext uri="{FF2B5EF4-FFF2-40B4-BE49-F238E27FC236}">
                <a16:creationId xmlns:a16="http://schemas.microsoft.com/office/drawing/2014/main" id="{C634FC4E-C2E4-47F7-82D1-007BECAB34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21" name="Text Box 42">
            <a:extLst>
              <a:ext uri="{FF2B5EF4-FFF2-40B4-BE49-F238E27FC236}">
                <a16:creationId xmlns:a16="http://schemas.microsoft.com/office/drawing/2014/main" id="{E30D5093-C84D-4DA1-A95D-B532208E7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22" name="Line 43">
            <a:extLst>
              <a:ext uri="{FF2B5EF4-FFF2-40B4-BE49-F238E27FC236}">
                <a16:creationId xmlns:a16="http://schemas.microsoft.com/office/drawing/2014/main" id="{16B64D8B-CF05-49DC-BE8A-7A8C3BC5C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23" name="Text Box 44">
            <a:extLst>
              <a:ext uri="{FF2B5EF4-FFF2-40B4-BE49-F238E27FC236}">
                <a16:creationId xmlns:a16="http://schemas.microsoft.com/office/drawing/2014/main" id="{963B48ED-53FF-4588-8A62-485E49AF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357563"/>
            <a:ext cx="43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/>
              <a:t>+</a:t>
            </a:r>
          </a:p>
        </p:txBody>
      </p:sp>
      <p:sp>
        <p:nvSpPr>
          <p:cNvPr id="144424" name="Line 45">
            <a:extLst>
              <a:ext uri="{FF2B5EF4-FFF2-40B4-BE49-F238E27FC236}">
                <a16:creationId xmlns:a16="http://schemas.microsoft.com/office/drawing/2014/main" id="{B9175E91-545E-4F63-91C0-8FE01B130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133600"/>
            <a:ext cx="1368425" cy="1008063"/>
          </a:xfrm>
          <a:prstGeom prst="line">
            <a:avLst/>
          </a:prstGeom>
          <a:noFill/>
          <a:ln w="38100">
            <a:solidFill>
              <a:srgbClr val="0000D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25" name="Line 46">
            <a:extLst>
              <a:ext uri="{FF2B5EF4-FFF2-40B4-BE49-F238E27FC236}">
                <a16:creationId xmlns:a16="http://schemas.microsoft.com/office/drawing/2014/main" id="{0BEC2226-FE96-4D0F-AE35-6796920D5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365625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26" name="Line 47">
            <a:extLst>
              <a:ext uri="{FF2B5EF4-FFF2-40B4-BE49-F238E27FC236}">
                <a16:creationId xmlns:a16="http://schemas.microsoft.com/office/drawing/2014/main" id="{9F8C0D2A-A832-4F1B-A137-F57523375D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27" name="Text Box 48">
            <a:extLst>
              <a:ext uri="{FF2B5EF4-FFF2-40B4-BE49-F238E27FC236}">
                <a16:creationId xmlns:a16="http://schemas.microsoft.com/office/drawing/2014/main" id="{75080BA7-70C4-4C59-A1B2-7C989187D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28" name="Line 49">
            <a:extLst>
              <a:ext uri="{FF2B5EF4-FFF2-40B4-BE49-F238E27FC236}">
                <a16:creationId xmlns:a16="http://schemas.microsoft.com/office/drawing/2014/main" id="{328339B2-C937-4512-BFF5-DF8861694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29" name="Line 50">
            <a:extLst>
              <a:ext uri="{FF2B5EF4-FFF2-40B4-BE49-F238E27FC236}">
                <a16:creationId xmlns:a16="http://schemas.microsoft.com/office/drawing/2014/main" id="{3761EEFC-35A7-44A3-8252-CA528482E4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4292600"/>
            <a:ext cx="1800225" cy="8651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30" name="Text Box 51">
            <a:extLst>
              <a:ext uri="{FF2B5EF4-FFF2-40B4-BE49-F238E27FC236}">
                <a16:creationId xmlns:a16="http://schemas.microsoft.com/office/drawing/2014/main" id="{BC7014BE-C791-4F1B-8028-8953728ED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357563"/>
            <a:ext cx="43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/>
              <a:t>+</a:t>
            </a:r>
          </a:p>
        </p:txBody>
      </p:sp>
      <p:sp>
        <p:nvSpPr>
          <p:cNvPr id="144431" name="Line 52">
            <a:extLst>
              <a:ext uri="{FF2B5EF4-FFF2-40B4-BE49-F238E27FC236}">
                <a16:creationId xmlns:a16="http://schemas.microsoft.com/office/drawing/2014/main" id="{A248A948-8DA4-44F9-A5DA-8C1A8F716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133600"/>
            <a:ext cx="1368425" cy="1008063"/>
          </a:xfrm>
          <a:prstGeom prst="line">
            <a:avLst/>
          </a:prstGeom>
          <a:noFill/>
          <a:ln w="38100">
            <a:solidFill>
              <a:srgbClr val="0000D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32" name="Line 53">
            <a:extLst>
              <a:ext uri="{FF2B5EF4-FFF2-40B4-BE49-F238E27FC236}">
                <a16:creationId xmlns:a16="http://schemas.microsoft.com/office/drawing/2014/main" id="{DFCF2EB2-8A4A-46C2-9C4F-20158ED2D7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365625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33" name="Line 54">
            <a:extLst>
              <a:ext uri="{FF2B5EF4-FFF2-40B4-BE49-F238E27FC236}">
                <a16:creationId xmlns:a16="http://schemas.microsoft.com/office/drawing/2014/main" id="{0C6BB743-6B95-430B-9514-A3453568C7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34" name="Text Box 55">
            <a:extLst>
              <a:ext uri="{FF2B5EF4-FFF2-40B4-BE49-F238E27FC236}">
                <a16:creationId xmlns:a16="http://schemas.microsoft.com/office/drawing/2014/main" id="{E5B4198E-9DAB-4A8C-8714-797ACA473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35" name="Line 56">
            <a:extLst>
              <a:ext uri="{FF2B5EF4-FFF2-40B4-BE49-F238E27FC236}">
                <a16:creationId xmlns:a16="http://schemas.microsoft.com/office/drawing/2014/main" id="{D15F2140-A2F6-40A5-9A3D-22F39E811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36" name="Line 57">
            <a:extLst>
              <a:ext uri="{FF2B5EF4-FFF2-40B4-BE49-F238E27FC236}">
                <a16:creationId xmlns:a16="http://schemas.microsoft.com/office/drawing/2014/main" id="{765E7609-D58A-4DBF-9AAD-F87EB31D49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4941888"/>
            <a:ext cx="4321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37" name="Line 58">
            <a:extLst>
              <a:ext uri="{FF2B5EF4-FFF2-40B4-BE49-F238E27FC236}">
                <a16:creationId xmlns:a16="http://schemas.microsoft.com/office/drawing/2014/main" id="{1DDA9277-6A75-43C1-9B55-2CFF893811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4292600"/>
            <a:ext cx="1800225" cy="8651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38" name="Text Box 59">
            <a:extLst>
              <a:ext uri="{FF2B5EF4-FFF2-40B4-BE49-F238E27FC236}">
                <a16:creationId xmlns:a16="http://schemas.microsoft.com/office/drawing/2014/main" id="{DC3E6AEB-E8B4-4F2E-958A-458B431CF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357563"/>
            <a:ext cx="43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/>
              <a:t>+</a:t>
            </a:r>
          </a:p>
        </p:txBody>
      </p:sp>
      <p:sp>
        <p:nvSpPr>
          <p:cNvPr id="144439" name="Line 60">
            <a:extLst>
              <a:ext uri="{FF2B5EF4-FFF2-40B4-BE49-F238E27FC236}">
                <a16:creationId xmlns:a16="http://schemas.microsoft.com/office/drawing/2014/main" id="{061B45ED-71FD-4540-9685-8E38B5B36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133600"/>
            <a:ext cx="1368425" cy="1008063"/>
          </a:xfrm>
          <a:prstGeom prst="line">
            <a:avLst/>
          </a:prstGeom>
          <a:noFill/>
          <a:ln w="38100">
            <a:solidFill>
              <a:srgbClr val="0000D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40" name="Line 61">
            <a:extLst>
              <a:ext uri="{FF2B5EF4-FFF2-40B4-BE49-F238E27FC236}">
                <a16:creationId xmlns:a16="http://schemas.microsoft.com/office/drawing/2014/main" id="{DBE39A37-6A2E-4652-9AED-65A6F253A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365625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41" name="Line 62">
            <a:extLst>
              <a:ext uri="{FF2B5EF4-FFF2-40B4-BE49-F238E27FC236}">
                <a16:creationId xmlns:a16="http://schemas.microsoft.com/office/drawing/2014/main" id="{9781A392-B2C0-4024-B836-13E270C47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42" name="Text Box 63">
            <a:extLst>
              <a:ext uri="{FF2B5EF4-FFF2-40B4-BE49-F238E27FC236}">
                <a16:creationId xmlns:a16="http://schemas.microsoft.com/office/drawing/2014/main" id="{6C20D5DC-B79A-4CBC-9147-71CFA16BD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43" name="Line 64">
            <a:extLst>
              <a:ext uri="{FF2B5EF4-FFF2-40B4-BE49-F238E27FC236}">
                <a16:creationId xmlns:a16="http://schemas.microsoft.com/office/drawing/2014/main" id="{604AA39F-38BD-40A5-B532-CA754CB8C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44" name="Text Box 65">
            <a:extLst>
              <a:ext uri="{FF2B5EF4-FFF2-40B4-BE49-F238E27FC236}">
                <a16:creationId xmlns:a16="http://schemas.microsoft.com/office/drawing/2014/main" id="{5AD7189F-9204-47D1-94CF-707E880FF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16338"/>
            <a:ext cx="1944688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EC8334"/>
                </a:solidFill>
              </a:rPr>
              <a:t>段选择符</a:t>
            </a:r>
          </a:p>
        </p:txBody>
      </p:sp>
      <p:sp>
        <p:nvSpPr>
          <p:cNvPr id="144445" name="Line 66">
            <a:extLst>
              <a:ext uri="{FF2B5EF4-FFF2-40B4-BE49-F238E27FC236}">
                <a16:creationId xmlns:a16="http://schemas.microsoft.com/office/drawing/2014/main" id="{1818297F-5D83-495D-B060-E7EC28DB4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4941888"/>
            <a:ext cx="4321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46" name="Line 67">
            <a:extLst>
              <a:ext uri="{FF2B5EF4-FFF2-40B4-BE49-F238E27FC236}">
                <a16:creationId xmlns:a16="http://schemas.microsoft.com/office/drawing/2014/main" id="{B646E3BF-2A53-4A0D-805D-030E6A969D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4292600"/>
            <a:ext cx="1800225" cy="8651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47" name="Text Box 68">
            <a:extLst>
              <a:ext uri="{FF2B5EF4-FFF2-40B4-BE49-F238E27FC236}">
                <a16:creationId xmlns:a16="http://schemas.microsoft.com/office/drawing/2014/main" id="{4714AC69-C873-414E-8B74-036D51E63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357563"/>
            <a:ext cx="43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/>
              <a:t>+</a:t>
            </a:r>
          </a:p>
        </p:txBody>
      </p:sp>
      <p:sp>
        <p:nvSpPr>
          <p:cNvPr id="144448" name="Line 69">
            <a:extLst>
              <a:ext uri="{FF2B5EF4-FFF2-40B4-BE49-F238E27FC236}">
                <a16:creationId xmlns:a16="http://schemas.microsoft.com/office/drawing/2014/main" id="{623AA127-C773-4C12-9EFA-6A7F5505B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133600"/>
            <a:ext cx="1368425" cy="1008063"/>
          </a:xfrm>
          <a:prstGeom prst="line">
            <a:avLst/>
          </a:prstGeom>
          <a:noFill/>
          <a:ln w="38100">
            <a:solidFill>
              <a:srgbClr val="0000D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49" name="Line 70">
            <a:extLst>
              <a:ext uri="{FF2B5EF4-FFF2-40B4-BE49-F238E27FC236}">
                <a16:creationId xmlns:a16="http://schemas.microsoft.com/office/drawing/2014/main" id="{6A6DD7E9-3354-477A-95E4-0EE59FDBB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365625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50" name="Line 71">
            <a:extLst>
              <a:ext uri="{FF2B5EF4-FFF2-40B4-BE49-F238E27FC236}">
                <a16:creationId xmlns:a16="http://schemas.microsoft.com/office/drawing/2014/main" id="{9C86FC61-31E5-4354-9165-B7498C8C0E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51" name="Text Box 72">
            <a:extLst>
              <a:ext uri="{FF2B5EF4-FFF2-40B4-BE49-F238E27FC236}">
                <a16:creationId xmlns:a16="http://schemas.microsoft.com/office/drawing/2014/main" id="{6F9A696A-A776-472E-8A3F-96B3D2C31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52" name="Line 73">
            <a:extLst>
              <a:ext uri="{FF2B5EF4-FFF2-40B4-BE49-F238E27FC236}">
                <a16:creationId xmlns:a16="http://schemas.microsoft.com/office/drawing/2014/main" id="{8A092768-A572-4BA3-B00C-08B1C4F92B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53" name="Text Box 74">
            <a:extLst>
              <a:ext uri="{FF2B5EF4-FFF2-40B4-BE49-F238E27FC236}">
                <a16:creationId xmlns:a16="http://schemas.microsoft.com/office/drawing/2014/main" id="{8F9AB141-0F87-425C-B1A3-E76CC718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868863"/>
            <a:ext cx="2305050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EC8334"/>
                </a:solidFill>
              </a:rPr>
              <a:t>段描述符表</a:t>
            </a:r>
          </a:p>
        </p:txBody>
      </p:sp>
      <p:sp>
        <p:nvSpPr>
          <p:cNvPr id="144454" name="Text Box 75">
            <a:extLst>
              <a:ext uri="{FF2B5EF4-FFF2-40B4-BE49-F238E27FC236}">
                <a16:creationId xmlns:a16="http://schemas.microsoft.com/office/drawing/2014/main" id="{125517BE-7B35-416F-8745-B34AE6C0F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16338"/>
            <a:ext cx="1944688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EC8334"/>
                </a:solidFill>
              </a:rPr>
              <a:t>段选择符</a:t>
            </a:r>
          </a:p>
        </p:txBody>
      </p:sp>
      <p:sp>
        <p:nvSpPr>
          <p:cNvPr id="144455" name="Line 76">
            <a:extLst>
              <a:ext uri="{FF2B5EF4-FFF2-40B4-BE49-F238E27FC236}">
                <a16:creationId xmlns:a16="http://schemas.microsoft.com/office/drawing/2014/main" id="{BD0984B1-E411-4CE1-B220-4EED79287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4941888"/>
            <a:ext cx="4321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56" name="Line 77">
            <a:extLst>
              <a:ext uri="{FF2B5EF4-FFF2-40B4-BE49-F238E27FC236}">
                <a16:creationId xmlns:a16="http://schemas.microsoft.com/office/drawing/2014/main" id="{5FC7C89F-B7E9-4DC7-86C4-EE335E57BF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4292600"/>
            <a:ext cx="1800225" cy="8651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57" name="Text Box 78">
            <a:extLst>
              <a:ext uri="{FF2B5EF4-FFF2-40B4-BE49-F238E27FC236}">
                <a16:creationId xmlns:a16="http://schemas.microsoft.com/office/drawing/2014/main" id="{5FDB87E3-FA26-44EF-A216-CB9AA156C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357563"/>
            <a:ext cx="43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/>
              <a:t>+</a:t>
            </a:r>
          </a:p>
        </p:txBody>
      </p:sp>
      <p:sp>
        <p:nvSpPr>
          <p:cNvPr id="144458" name="Line 79">
            <a:extLst>
              <a:ext uri="{FF2B5EF4-FFF2-40B4-BE49-F238E27FC236}">
                <a16:creationId xmlns:a16="http://schemas.microsoft.com/office/drawing/2014/main" id="{DA639511-A1F0-4694-A623-FF0E8186EC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133600"/>
            <a:ext cx="1368425" cy="1008063"/>
          </a:xfrm>
          <a:prstGeom prst="line">
            <a:avLst/>
          </a:prstGeom>
          <a:noFill/>
          <a:ln w="38100">
            <a:solidFill>
              <a:srgbClr val="0000D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59" name="Line 80">
            <a:extLst>
              <a:ext uri="{FF2B5EF4-FFF2-40B4-BE49-F238E27FC236}">
                <a16:creationId xmlns:a16="http://schemas.microsoft.com/office/drawing/2014/main" id="{9F7EA118-5AF8-47E3-96CA-7D557B0AF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365625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60" name="Line 81">
            <a:extLst>
              <a:ext uri="{FF2B5EF4-FFF2-40B4-BE49-F238E27FC236}">
                <a16:creationId xmlns:a16="http://schemas.microsoft.com/office/drawing/2014/main" id="{B751DA13-4816-4729-90B3-2D2BEB498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61" name="Text Box 82">
            <a:extLst>
              <a:ext uri="{FF2B5EF4-FFF2-40B4-BE49-F238E27FC236}">
                <a16:creationId xmlns:a16="http://schemas.microsoft.com/office/drawing/2014/main" id="{EAC63E80-4778-4DA3-950E-F172578A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62" name="Line 83">
            <a:extLst>
              <a:ext uri="{FF2B5EF4-FFF2-40B4-BE49-F238E27FC236}">
                <a16:creationId xmlns:a16="http://schemas.microsoft.com/office/drawing/2014/main" id="{C06B1651-C0C4-45EB-8310-FCE544D6E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63" name="Text Box 84">
            <a:extLst>
              <a:ext uri="{FF2B5EF4-FFF2-40B4-BE49-F238E27FC236}">
                <a16:creationId xmlns:a16="http://schemas.microsoft.com/office/drawing/2014/main" id="{05E62862-A7A3-46AC-8505-BA09BBCBE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852738"/>
            <a:ext cx="2665412" cy="592137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0000D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0000"/>
                </a:solidFill>
              </a:rPr>
              <a:t>32</a:t>
            </a:r>
            <a:r>
              <a:rPr lang="zh-CN" altLang="en-US" sz="3200">
                <a:solidFill>
                  <a:srgbClr val="FF0000"/>
                </a:solidFill>
              </a:rPr>
              <a:t>位偏移地址</a:t>
            </a:r>
          </a:p>
        </p:txBody>
      </p:sp>
      <p:sp>
        <p:nvSpPr>
          <p:cNvPr id="144464" name="Text Box 85">
            <a:extLst>
              <a:ext uri="{FF2B5EF4-FFF2-40B4-BE49-F238E27FC236}">
                <a16:creationId xmlns:a16="http://schemas.microsoft.com/office/drawing/2014/main" id="{8B6159EE-1C96-4FC6-9337-41675F7F8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868863"/>
            <a:ext cx="2305050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EC8334"/>
                </a:solidFill>
              </a:rPr>
              <a:t>段描述符表</a:t>
            </a:r>
          </a:p>
        </p:txBody>
      </p:sp>
      <p:sp>
        <p:nvSpPr>
          <p:cNvPr id="144465" name="Text Box 86">
            <a:extLst>
              <a:ext uri="{FF2B5EF4-FFF2-40B4-BE49-F238E27FC236}">
                <a16:creationId xmlns:a16="http://schemas.microsoft.com/office/drawing/2014/main" id="{1A99EE61-9D9C-453F-8F3A-4BF272441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16338"/>
            <a:ext cx="1944688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EC8334"/>
                </a:solidFill>
              </a:rPr>
              <a:t>段选择符</a:t>
            </a:r>
          </a:p>
        </p:txBody>
      </p:sp>
      <p:sp>
        <p:nvSpPr>
          <p:cNvPr id="144466" name="Line 87">
            <a:extLst>
              <a:ext uri="{FF2B5EF4-FFF2-40B4-BE49-F238E27FC236}">
                <a16:creationId xmlns:a16="http://schemas.microsoft.com/office/drawing/2014/main" id="{BB16A540-4083-4AC2-B8F6-C51B61F46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4941888"/>
            <a:ext cx="4321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67" name="Line 88">
            <a:extLst>
              <a:ext uri="{FF2B5EF4-FFF2-40B4-BE49-F238E27FC236}">
                <a16:creationId xmlns:a16="http://schemas.microsoft.com/office/drawing/2014/main" id="{AA4B341F-F000-45E5-A2EB-0E362553AC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4292600"/>
            <a:ext cx="1800225" cy="8651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68" name="Text Box 89">
            <a:extLst>
              <a:ext uri="{FF2B5EF4-FFF2-40B4-BE49-F238E27FC236}">
                <a16:creationId xmlns:a16="http://schemas.microsoft.com/office/drawing/2014/main" id="{AA9B6667-BAA2-4E15-84CD-6249265C3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357563"/>
            <a:ext cx="43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/>
              <a:t>+</a:t>
            </a:r>
          </a:p>
        </p:txBody>
      </p:sp>
      <p:sp>
        <p:nvSpPr>
          <p:cNvPr id="144469" name="Line 90">
            <a:extLst>
              <a:ext uri="{FF2B5EF4-FFF2-40B4-BE49-F238E27FC236}">
                <a16:creationId xmlns:a16="http://schemas.microsoft.com/office/drawing/2014/main" id="{7C914D9F-E0E0-49F8-8B76-C11363113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133600"/>
            <a:ext cx="1368425" cy="1008063"/>
          </a:xfrm>
          <a:prstGeom prst="line">
            <a:avLst/>
          </a:prstGeom>
          <a:noFill/>
          <a:ln w="38100">
            <a:solidFill>
              <a:srgbClr val="0000D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70" name="Line 91">
            <a:extLst>
              <a:ext uri="{FF2B5EF4-FFF2-40B4-BE49-F238E27FC236}">
                <a16:creationId xmlns:a16="http://schemas.microsoft.com/office/drawing/2014/main" id="{312B2AF5-A4BA-41FE-89C9-93207C294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365625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71" name="Line 92">
            <a:extLst>
              <a:ext uri="{FF2B5EF4-FFF2-40B4-BE49-F238E27FC236}">
                <a16:creationId xmlns:a16="http://schemas.microsoft.com/office/drawing/2014/main" id="{F70D3009-5481-48A6-A05F-FB70BA862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72" name="Text Box 93">
            <a:extLst>
              <a:ext uri="{FF2B5EF4-FFF2-40B4-BE49-F238E27FC236}">
                <a16:creationId xmlns:a16="http://schemas.microsoft.com/office/drawing/2014/main" id="{0199559C-98E6-4095-A238-605F2DF49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73" name="Line 94">
            <a:extLst>
              <a:ext uri="{FF2B5EF4-FFF2-40B4-BE49-F238E27FC236}">
                <a16:creationId xmlns:a16="http://schemas.microsoft.com/office/drawing/2014/main" id="{E7E4A7D6-20F9-45BF-A2F5-CF406DE98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74" name="Text Box 95">
            <a:extLst>
              <a:ext uri="{FF2B5EF4-FFF2-40B4-BE49-F238E27FC236}">
                <a16:creationId xmlns:a16="http://schemas.microsoft.com/office/drawing/2014/main" id="{65247676-24ED-4FA2-958B-646C6FB2A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4005263"/>
            <a:ext cx="2665412" cy="592137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0000D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0000"/>
                </a:solidFill>
              </a:rPr>
              <a:t>32</a:t>
            </a:r>
            <a:r>
              <a:rPr lang="zh-CN" altLang="en-US" sz="3200">
                <a:solidFill>
                  <a:srgbClr val="FF0000"/>
                </a:solidFill>
              </a:rPr>
              <a:t>位段地址</a:t>
            </a:r>
          </a:p>
        </p:txBody>
      </p:sp>
      <p:sp>
        <p:nvSpPr>
          <p:cNvPr id="144475" name="Text Box 96">
            <a:extLst>
              <a:ext uri="{FF2B5EF4-FFF2-40B4-BE49-F238E27FC236}">
                <a16:creationId xmlns:a16="http://schemas.microsoft.com/office/drawing/2014/main" id="{3FCEC85F-4CFF-4F88-8DA4-ED02649E9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852738"/>
            <a:ext cx="2665412" cy="592137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0000D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0000"/>
                </a:solidFill>
              </a:rPr>
              <a:t>32</a:t>
            </a:r>
            <a:r>
              <a:rPr lang="zh-CN" altLang="en-US" sz="3200">
                <a:solidFill>
                  <a:srgbClr val="FF0000"/>
                </a:solidFill>
              </a:rPr>
              <a:t>位偏移地址</a:t>
            </a:r>
          </a:p>
        </p:txBody>
      </p:sp>
      <p:sp>
        <p:nvSpPr>
          <p:cNvPr id="144476" name="Text Box 97">
            <a:extLst>
              <a:ext uri="{FF2B5EF4-FFF2-40B4-BE49-F238E27FC236}">
                <a16:creationId xmlns:a16="http://schemas.microsoft.com/office/drawing/2014/main" id="{A37435BD-81E6-4135-9B2A-62EB91D5B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868863"/>
            <a:ext cx="2305050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EC8334"/>
                </a:solidFill>
              </a:rPr>
              <a:t>段描述符表</a:t>
            </a:r>
          </a:p>
        </p:txBody>
      </p:sp>
      <p:sp>
        <p:nvSpPr>
          <p:cNvPr id="144477" name="Text Box 98">
            <a:extLst>
              <a:ext uri="{FF2B5EF4-FFF2-40B4-BE49-F238E27FC236}">
                <a16:creationId xmlns:a16="http://schemas.microsoft.com/office/drawing/2014/main" id="{A1099D73-813B-47D2-A493-6044396FD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16338"/>
            <a:ext cx="1944688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EC8334"/>
                </a:solidFill>
              </a:rPr>
              <a:t>段选择符</a:t>
            </a:r>
          </a:p>
        </p:txBody>
      </p:sp>
      <p:sp>
        <p:nvSpPr>
          <p:cNvPr id="144478" name="Line 99">
            <a:extLst>
              <a:ext uri="{FF2B5EF4-FFF2-40B4-BE49-F238E27FC236}">
                <a16:creationId xmlns:a16="http://schemas.microsoft.com/office/drawing/2014/main" id="{E2487302-2E4C-405E-B993-EDBC2F874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4941888"/>
            <a:ext cx="4321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79" name="Line 100">
            <a:extLst>
              <a:ext uri="{FF2B5EF4-FFF2-40B4-BE49-F238E27FC236}">
                <a16:creationId xmlns:a16="http://schemas.microsoft.com/office/drawing/2014/main" id="{FC2AAAF7-0956-44A3-B768-81FC2D48ED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4292600"/>
            <a:ext cx="1800225" cy="8651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80" name="Text Box 101">
            <a:extLst>
              <a:ext uri="{FF2B5EF4-FFF2-40B4-BE49-F238E27FC236}">
                <a16:creationId xmlns:a16="http://schemas.microsoft.com/office/drawing/2014/main" id="{3D9A01E8-876C-4A34-A2F5-D6A43D04E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357563"/>
            <a:ext cx="43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/>
              <a:t>+</a:t>
            </a:r>
          </a:p>
        </p:txBody>
      </p:sp>
      <p:sp>
        <p:nvSpPr>
          <p:cNvPr id="144481" name="Line 102">
            <a:extLst>
              <a:ext uri="{FF2B5EF4-FFF2-40B4-BE49-F238E27FC236}">
                <a16:creationId xmlns:a16="http://schemas.microsoft.com/office/drawing/2014/main" id="{4B140FD5-DEE9-4442-9EE9-41FC822E1D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133600"/>
            <a:ext cx="1368425" cy="1008063"/>
          </a:xfrm>
          <a:prstGeom prst="line">
            <a:avLst/>
          </a:prstGeom>
          <a:noFill/>
          <a:ln w="38100">
            <a:solidFill>
              <a:srgbClr val="0000D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82" name="Line 103">
            <a:extLst>
              <a:ext uri="{FF2B5EF4-FFF2-40B4-BE49-F238E27FC236}">
                <a16:creationId xmlns:a16="http://schemas.microsoft.com/office/drawing/2014/main" id="{554ADED7-8E92-448D-A453-5D71E20E4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4365625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83" name="Line 104">
            <a:extLst>
              <a:ext uri="{FF2B5EF4-FFF2-40B4-BE49-F238E27FC236}">
                <a16:creationId xmlns:a16="http://schemas.microsoft.com/office/drawing/2014/main" id="{502EC690-5948-4807-AB0C-9B308F93BD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484" name="Text Box 105">
            <a:extLst>
              <a:ext uri="{FF2B5EF4-FFF2-40B4-BE49-F238E27FC236}">
                <a16:creationId xmlns:a16="http://schemas.microsoft.com/office/drawing/2014/main" id="{0EF40F09-5EB7-48CB-B81F-34002B2B8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36838"/>
            <a:ext cx="2665412" cy="592137"/>
          </a:xfrm>
          <a:prstGeom prst="rect">
            <a:avLst/>
          </a:prstGeom>
          <a:noFill/>
          <a:ln w="12700" algn="ctr">
            <a:solidFill>
              <a:srgbClr val="0000D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EC8334"/>
                </a:solidFill>
              </a:rPr>
              <a:t>16</a:t>
            </a:r>
            <a:r>
              <a:rPr lang="zh-CN" altLang="en-US" sz="3200">
                <a:solidFill>
                  <a:srgbClr val="EC8334"/>
                </a:solidFill>
              </a:rPr>
              <a:t>位段寄存器</a:t>
            </a:r>
          </a:p>
        </p:txBody>
      </p:sp>
      <p:sp>
        <p:nvSpPr>
          <p:cNvPr id="144485" name="Line 106">
            <a:extLst>
              <a:ext uri="{FF2B5EF4-FFF2-40B4-BE49-F238E27FC236}">
                <a16:creationId xmlns:a16="http://schemas.microsoft.com/office/drawing/2014/main" id="{33245CE7-053E-4BB0-86AF-FAC35720E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0" cy="5032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44486" name="Group 120">
            <a:extLst>
              <a:ext uri="{FF2B5EF4-FFF2-40B4-BE49-F238E27FC236}">
                <a16:creationId xmlns:a16="http://schemas.microsoft.com/office/drawing/2014/main" id="{333DD981-5D92-4BD4-9E54-F49B0F27FE6D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2133600"/>
            <a:ext cx="7705725" cy="3616325"/>
            <a:chOff x="793" y="1344"/>
            <a:chExt cx="4854" cy="2278"/>
          </a:xfrm>
        </p:grpSpPr>
        <p:sp>
          <p:nvSpPr>
            <p:cNvPr id="144488" name="Text Box 107">
              <a:extLst>
                <a:ext uri="{FF2B5EF4-FFF2-40B4-BE49-F238E27FC236}">
                  <a16:creationId xmlns:a16="http://schemas.microsoft.com/office/drawing/2014/main" id="{F273FF20-DF5F-431F-BD89-05CD67DCA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3249"/>
              <a:ext cx="1679" cy="373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rgbClr val="0000D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0000"/>
                  </a:solidFill>
                </a:rPr>
                <a:t>32</a:t>
              </a:r>
              <a:r>
                <a:rPr lang="zh-CN" altLang="en-US" sz="3200">
                  <a:solidFill>
                    <a:srgbClr val="FF0000"/>
                  </a:solidFill>
                </a:rPr>
                <a:t>位线性地址</a:t>
              </a:r>
            </a:p>
          </p:txBody>
        </p:sp>
        <p:sp>
          <p:nvSpPr>
            <p:cNvPr id="144489" name="Text Box 108">
              <a:extLst>
                <a:ext uri="{FF2B5EF4-FFF2-40B4-BE49-F238E27FC236}">
                  <a16:creationId xmlns:a16="http://schemas.microsoft.com/office/drawing/2014/main" id="{714270B1-A19A-4AF4-9094-2196F4FED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523"/>
              <a:ext cx="1679" cy="373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rgbClr val="0000D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0000"/>
                  </a:solidFill>
                </a:rPr>
                <a:t>32</a:t>
              </a:r>
              <a:r>
                <a:rPr lang="zh-CN" altLang="en-US" sz="3200">
                  <a:solidFill>
                    <a:srgbClr val="FF0000"/>
                  </a:solidFill>
                </a:rPr>
                <a:t>位段地址</a:t>
              </a:r>
            </a:p>
          </p:txBody>
        </p:sp>
        <p:sp>
          <p:nvSpPr>
            <p:cNvPr id="144490" name="Text Box 109">
              <a:extLst>
                <a:ext uri="{FF2B5EF4-FFF2-40B4-BE49-F238E27FC236}">
                  <a16:creationId xmlns:a16="http://schemas.microsoft.com/office/drawing/2014/main" id="{C8D846C3-F00C-4FE3-AFF0-E3D753631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797"/>
              <a:ext cx="1679" cy="373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rgbClr val="0000D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0000"/>
                  </a:solidFill>
                </a:rPr>
                <a:t>32</a:t>
              </a:r>
              <a:r>
                <a:rPr lang="zh-CN" altLang="en-US" sz="3200">
                  <a:solidFill>
                    <a:srgbClr val="FF0000"/>
                  </a:solidFill>
                </a:rPr>
                <a:t>位偏移地址</a:t>
              </a:r>
            </a:p>
          </p:txBody>
        </p:sp>
        <p:sp>
          <p:nvSpPr>
            <p:cNvPr id="144491" name="Text Box 110">
              <a:extLst>
                <a:ext uri="{FF2B5EF4-FFF2-40B4-BE49-F238E27FC236}">
                  <a16:creationId xmlns:a16="http://schemas.microsoft.com/office/drawing/2014/main" id="{3887D6E8-D460-420F-8AF0-8D20BE5A0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067"/>
              <a:ext cx="1452" cy="373"/>
            </a:xfrm>
            <a:prstGeom prst="rect">
              <a:avLst/>
            </a:prstGeom>
            <a:noFill/>
            <a:ln w="12700" algn="ctr">
              <a:solidFill>
                <a:srgbClr val="000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solidFill>
                    <a:srgbClr val="EC8334"/>
                  </a:solidFill>
                </a:rPr>
                <a:t>段描述符表</a:t>
              </a:r>
            </a:p>
          </p:txBody>
        </p:sp>
        <p:sp>
          <p:nvSpPr>
            <p:cNvPr id="144492" name="Text Box 111">
              <a:extLst>
                <a:ext uri="{FF2B5EF4-FFF2-40B4-BE49-F238E27FC236}">
                  <a16:creationId xmlns:a16="http://schemas.microsoft.com/office/drawing/2014/main" id="{8D125EC3-C60B-486A-829D-61A35B3E9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341"/>
              <a:ext cx="1225" cy="373"/>
            </a:xfrm>
            <a:prstGeom prst="rect">
              <a:avLst/>
            </a:prstGeom>
            <a:noFill/>
            <a:ln w="12700" algn="ctr">
              <a:solidFill>
                <a:srgbClr val="000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solidFill>
                    <a:srgbClr val="EC8334"/>
                  </a:solidFill>
                </a:rPr>
                <a:t>段选择符</a:t>
              </a:r>
            </a:p>
          </p:txBody>
        </p:sp>
        <p:sp>
          <p:nvSpPr>
            <p:cNvPr id="144493" name="Line 112">
              <a:extLst>
                <a:ext uri="{FF2B5EF4-FFF2-40B4-BE49-F238E27FC236}">
                  <a16:creationId xmlns:a16="http://schemas.microsoft.com/office/drawing/2014/main" id="{099E2533-45B5-4D71-ACB0-AFDC5D21AB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3113"/>
              <a:ext cx="27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94" name="Line 113">
              <a:extLst>
                <a:ext uri="{FF2B5EF4-FFF2-40B4-BE49-F238E27FC236}">
                  <a16:creationId xmlns:a16="http://schemas.microsoft.com/office/drawing/2014/main" id="{D7FAF1E7-F2CD-429C-8195-0FF54513D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5" y="2704"/>
              <a:ext cx="1134" cy="54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95" name="Text Box 114">
              <a:extLst>
                <a:ext uri="{FF2B5EF4-FFF2-40B4-BE49-F238E27FC236}">
                  <a16:creationId xmlns:a16="http://schemas.microsoft.com/office/drawing/2014/main" id="{6232C956-E02F-41BC-9A7C-9583F0D44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115"/>
              <a:ext cx="27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4000"/>
                <a:t>+</a:t>
              </a:r>
            </a:p>
          </p:txBody>
        </p:sp>
        <p:sp>
          <p:nvSpPr>
            <p:cNvPr id="144496" name="Line 115">
              <a:extLst>
                <a:ext uri="{FF2B5EF4-FFF2-40B4-BE49-F238E27FC236}">
                  <a16:creationId xmlns:a16="http://schemas.microsoft.com/office/drawing/2014/main" id="{8BC42831-3CC9-431E-A631-B91D615FC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1344"/>
              <a:ext cx="862" cy="635"/>
            </a:xfrm>
            <a:prstGeom prst="line">
              <a:avLst/>
            </a:prstGeom>
            <a:noFill/>
            <a:ln w="38100">
              <a:solidFill>
                <a:srgbClr val="0000D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97" name="Line 116">
              <a:extLst>
                <a:ext uri="{FF2B5EF4-FFF2-40B4-BE49-F238E27FC236}">
                  <a16:creationId xmlns:a16="http://schemas.microsoft.com/office/drawing/2014/main" id="{6A9D21B8-5ED7-4CC6-AAAB-8568449CC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2750"/>
              <a:ext cx="0" cy="31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98" name="Line 117">
              <a:extLst>
                <a:ext uri="{FF2B5EF4-FFF2-40B4-BE49-F238E27FC236}">
                  <a16:creationId xmlns:a16="http://schemas.microsoft.com/office/drawing/2014/main" id="{AE3461D1-9A36-4E79-96CD-453AB81F9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2024"/>
              <a:ext cx="0" cy="31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4499" name="Text Box 118">
              <a:extLst>
                <a:ext uri="{FF2B5EF4-FFF2-40B4-BE49-F238E27FC236}">
                  <a16:creationId xmlns:a16="http://schemas.microsoft.com/office/drawing/2014/main" id="{5297E642-E538-447B-9305-4180F15D8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1661"/>
              <a:ext cx="1679" cy="373"/>
            </a:xfrm>
            <a:prstGeom prst="rect">
              <a:avLst/>
            </a:prstGeom>
            <a:noFill/>
            <a:ln w="12700" algn="ctr">
              <a:solidFill>
                <a:srgbClr val="0000D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rgbClr val="0000D6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EC8334"/>
                  </a:solidFill>
                </a:rPr>
                <a:t>16</a:t>
              </a:r>
              <a:r>
                <a:rPr lang="zh-CN" altLang="en-US" sz="3200">
                  <a:solidFill>
                    <a:srgbClr val="EC8334"/>
                  </a:solidFill>
                </a:rPr>
                <a:t>位段寄存器</a:t>
              </a:r>
            </a:p>
          </p:txBody>
        </p:sp>
        <p:sp>
          <p:nvSpPr>
            <p:cNvPr id="144500" name="Line 119">
              <a:extLst>
                <a:ext uri="{FF2B5EF4-FFF2-40B4-BE49-F238E27FC236}">
                  <a16:creationId xmlns:a16="http://schemas.microsoft.com/office/drawing/2014/main" id="{D5076BF2-C605-4CF2-ADAF-479BD8F70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1344"/>
              <a:ext cx="0" cy="31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4487" name="文本框 1">
            <a:extLst>
              <a:ext uri="{FF2B5EF4-FFF2-40B4-BE49-F238E27FC236}">
                <a16:creationId xmlns:a16="http://schemas.microsoft.com/office/drawing/2014/main" id="{509D2399-544D-498F-808D-C6E2C5537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836613"/>
            <a:ext cx="1038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>
                <a:solidFill>
                  <a:srgbClr val="000000"/>
                </a:solidFill>
                <a:ea typeface="楷体" panose="02010609060101010101" pitchFamily="49" charset="-122"/>
                <a:hlinkClick r:id="rId3" action="ppaction://hlinksldjump"/>
              </a:rPr>
              <a:t>返回</a:t>
            </a:r>
            <a:endParaRPr lang="zh-CN" altLang="en-US" sz="240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Line 1027">
            <a:extLst>
              <a:ext uri="{FF2B5EF4-FFF2-40B4-BE49-F238E27FC236}">
                <a16:creationId xmlns:a16="http://schemas.microsoft.com/office/drawing/2014/main" id="{F49D27B6-9481-4EB9-AE5D-511C8F4CB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5" name="Line 1031">
            <a:extLst>
              <a:ext uri="{FF2B5EF4-FFF2-40B4-BE49-F238E27FC236}">
                <a16:creationId xmlns:a16="http://schemas.microsoft.com/office/drawing/2014/main" id="{A9027248-4864-451B-94FC-D25AF365B4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436" name="AutoShape 1032">
            <a:extLst>
              <a:ext uri="{FF2B5EF4-FFF2-40B4-BE49-F238E27FC236}">
                <a16:creationId xmlns:a16="http://schemas.microsoft.com/office/drawing/2014/main" id="{A8C57181-20E2-4584-8104-BEA9CC42C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6437" name="AutoShape 1033">
            <a:extLst>
              <a:ext uri="{FF2B5EF4-FFF2-40B4-BE49-F238E27FC236}">
                <a16:creationId xmlns:a16="http://schemas.microsoft.com/office/drawing/2014/main" id="{6C700E0C-8B90-4F7B-B9E8-0D89CA27F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36D44631-2BC2-4B06-B6FD-327082E4E4EA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6439" name="Rectangle 3">
            <a:extLst>
              <a:ext uri="{FF2B5EF4-FFF2-40B4-BE49-F238E27FC236}">
                <a16:creationId xmlns:a16="http://schemas.microsoft.com/office/drawing/2014/main" id="{3C88E5C3-B890-4D2A-A4D4-A2AFEB755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81075"/>
            <a:ext cx="76327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3200" b="0">
                <a:solidFill>
                  <a:schemeClr val="tx1"/>
                </a:solidFill>
                <a:ea typeface="宋体" panose="02010600030101010101" pitchFamily="2" charset="-122"/>
              </a:rPr>
              <a:t>    32</a:t>
            </a:r>
            <a:r>
              <a:rPr lang="zh-CN" altLang="en-US" sz="3200" b="0">
                <a:solidFill>
                  <a:schemeClr val="tx1"/>
                </a:solidFill>
                <a:ea typeface="宋体" panose="02010600030101010101" pitchFamily="2" charset="-122"/>
              </a:rPr>
              <a:t>位地址模式的段是“选择器” ，用以在“描述符表中找段的起始地址”</a:t>
            </a:r>
          </a:p>
        </p:txBody>
      </p:sp>
      <p:pic>
        <p:nvPicPr>
          <p:cNvPr id="146440" name="Picture 4">
            <a:extLst>
              <a:ext uri="{FF2B5EF4-FFF2-40B4-BE49-F238E27FC236}">
                <a16:creationId xmlns:a16="http://schemas.microsoft.com/office/drawing/2014/main" id="{D089DA4A-E1C4-4BAC-9C0E-2A0307295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349500"/>
            <a:ext cx="7856537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441" name="Rectangle 5">
            <a:extLst>
              <a:ext uri="{FF2B5EF4-FFF2-40B4-BE49-F238E27FC236}">
                <a16:creationId xmlns:a16="http://schemas.microsoft.com/office/drawing/2014/main" id="{4E6A084C-504D-4632-8D86-155E7F64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21163"/>
            <a:ext cx="8229600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  <a:buSzPct val="90000"/>
            </a:pPr>
            <a:r>
              <a:rPr kumimoji="0" lang="zh-CN" altLang="en-US" sz="3200" b="0">
                <a:solidFill>
                  <a:schemeClr val="tx1"/>
                </a:solidFill>
              </a:rPr>
              <a:t>上例中，</a:t>
            </a:r>
            <a:r>
              <a:rPr kumimoji="0" lang="en-US" altLang="zh-CN" sz="3200" b="0">
                <a:solidFill>
                  <a:schemeClr val="tx1"/>
                </a:solidFill>
              </a:rPr>
              <a:t>DS:000002A1</a:t>
            </a:r>
            <a:r>
              <a:rPr kumimoji="0" lang="zh-CN" altLang="en-US" sz="3200" b="0">
                <a:solidFill>
                  <a:schemeClr val="tx1"/>
                </a:solidFill>
              </a:rPr>
              <a:t>，</a:t>
            </a:r>
            <a:r>
              <a:rPr kumimoji="0" lang="en-US" altLang="zh-CN" sz="3200" b="0">
                <a:solidFill>
                  <a:schemeClr val="tx1"/>
                </a:solidFill>
              </a:rPr>
              <a:t>DS</a:t>
            </a:r>
            <a:r>
              <a:rPr kumimoji="0" lang="zh-CN" altLang="en-US" sz="3200" b="0">
                <a:solidFill>
                  <a:schemeClr val="tx1"/>
                </a:solidFill>
              </a:rPr>
              <a:t>确定的</a:t>
            </a:r>
            <a:r>
              <a:rPr kumimoji="0" lang="en-US" altLang="zh-CN" sz="3200" b="0">
                <a:solidFill>
                  <a:schemeClr val="tx1"/>
                </a:solidFill>
              </a:rPr>
              <a:t>2</a:t>
            </a:r>
            <a:r>
              <a:rPr kumimoji="0" lang="zh-CN" altLang="en-US" sz="3200" b="0">
                <a:solidFill>
                  <a:schemeClr val="tx1"/>
                </a:solidFill>
              </a:rPr>
              <a:t>号选择符，由知它对应的物理地址为：</a:t>
            </a:r>
            <a:r>
              <a:rPr kumimoji="0" lang="en-US" altLang="zh-CN" sz="3200" b="0">
                <a:solidFill>
                  <a:schemeClr val="tx1"/>
                </a:solidFill>
              </a:rPr>
              <a:t>81210008+000002A1</a:t>
            </a:r>
            <a:r>
              <a:rPr kumimoji="0" lang="zh-CN" altLang="en-US" sz="3200" b="0">
                <a:solidFill>
                  <a:schemeClr val="tx1"/>
                </a:solidFill>
              </a:rPr>
              <a:t>＝</a:t>
            </a:r>
            <a:r>
              <a:rPr kumimoji="0" lang="en-US" altLang="zh-CN" sz="3200" b="0">
                <a:solidFill>
                  <a:schemeClr val="tx1"/>
                </a:solidFill>
              </a:rPr>
              <a:t>812102A9</a:t>
            </a:r>
          </a:p>
        </p:txBody>
      </p:sp>
      <p:sp>
        <p:nvSpPr>
          <p:cNvPr id="146442" name="灯片编号占位符 13">
            <a:extLst>
              <a:ext uri="{FF2B5EF4-FFF2-40B4-BE49-F238E27FC236}">
                <a16:creationId xmlns:a16="http://schemas.microsoft.com/office/drawing/2014/main" id="{F17540D7-734B-4146-92E5-3D77D43F0095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958C6D3E-0004-4287-AF2B-766681213B96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61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6443" name="日期占位符 12">
            <a:extLst>
              <a:ext uri="{FF2B5EF4-FFF2-40B4-BE49-F238E27FC236}">
                <a16:creationId xmlns:a16="http://schemas.microsoft.com/office/drawing/2014/main" id="{BF2EB4A1-0006-4622-A836-5E53F1249FB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CDA3944C-A527-40A4-87BC-F4891A94B943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6444" name="页脚占位符 14">
            <a:extLst>
              <a:ext uri="{FF2B5EF4-FFF2-40B4-BE49-F238E27FC236}">
                <a16:creationId xmlns:a16="http://schemas.microsoft.com/office/drawing/2014/main" id="{5E4F2132-1795-4C37-AFC3-2C1C23267C7D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46445" name="Text Box 1029">
            <a:extLst>
              <a:ext uri="{FF2B5EF4-FFF2-40B4-BE49-F238E27FC236}">
                <a16:creationId xmlns:a16="http://schemas.microsoft.com/office/drawing/2014/main" id="{DFCC13C8-BD61-404B-B48A-BD28200A0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88913"/>
            <a:ext cx="291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2.3   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存储器组织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46446" name="Text Box 15">
            <a:extLst>
              <a:ext uri="{FF2B5EF4-FFF2-40B4-BE49-F238E27FC236}">
                <a16:creationId xmlns:a16="http://schemas.microsoft.com/office/drawing/2014/main" id="{1989FE83-3942-4D6C-BF2F-FAE61E749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268413"/>
            <a:ext cx="720725" cy="64135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ea typeface="楷体" panose="02010609060101010101" pitchFamily="49" charset="-122"/>
              </a:rPr>
              <a:t>例</a:t>
            </a:r>
          </a:p>
        </p:txBody>
      </p:sp>
      <p:sp>
        <p:nvSpPr>
          <p:cNvPr id="146447" name="文本框 1">
            <a:extLst>
              <a:ext uri="{FF2B5EF4-FFF2-40B4-BE49-F238E27FC236}">
                <a16:creationId xmlns:a16="http://schemas.microsoft.com/office/drawing/2014/main" id="{676DC3E9-E1F4-4251-A132-55DFCB456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0" y="5338763"/>
            <a:ext cx="936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>
                <a:solidFill>
                  <a:srgbClr val="000000"/>
                </a:solidFill>
                <a:ea typeface="楷体" panose="02010609060101010101" pitchFamily="49" charset="-122"/>
                <a:hlinkClick r:id="rId4" action="ppaction://hlinksldjump"/>
              </a:rPr>
              <a:t>返回</a:t>
            </a:r>
            <a:endParaRPr lang="zh-CN" altLang="en-US" sz="240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Line 1027">
            <a:extLst>
              <a:ext uri="{FF2B5EF4-FFF2-40B4-BE49-F238E27FC236}">
                <a16:creationId xmlns:a16="http://schemas.microsoft.com/office/drawing/2014/main" id="{05888080-9648-449C-8DA6-3A546995EC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483" name="Line 1031">
            <a:extLst>
              <a:ext uri="{FF2B5EF4-FFF2-40B4-BE49-F238E27FC236}">
                <a16:creationId xmlns:a16="http://schemas.microsoft.com/office/drawing/2014/main" id="{CF5DECE6-8402-4013-85ED-B380B80878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484" name="AutoShape 1032">
            <a:extLst>
              <a:ext uri="{FF2B5EF4-FFF2-40B4-BE49-F238E27FC236}">
                <a16:creationId xmlns:a16="http://schemas.microsoft.com/office/drawing/2014/main" id="{D0BFC5BD-8BF2-4697-8EA0-CF9667BD5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8485" name="AutoShape 1033">
            <a:extLst>
              <a:ext uri="{FF2B5EF4-FFF2-40B4-BE49-F238E27FC236}">
                <a16:creationId xmlns:a16="http://schemas.microsoft.com/office/drawing/2014/main" id="{84FDF7E7-7C6E-4730-ABB3-2CAB0BC14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512360FA-B81E-45C6-8486-E995BD4EB75E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51B42010-E7DC-4145-BFB6-39DF5A872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700213"/>
            <a:ext cx="69342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	虚拟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8086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模式是为了在保护模式下执行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8086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程序而设置的一种工作模式。即在保护模式下，将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EFLAGS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中的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VM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置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1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，该任务就进入虚拟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8086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模式。这样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32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位处理器给每个虚拟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8086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模式运行的任务模拟一个与真实的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8086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处理器十分相似的运行环境，</a:t>
            </a:r>
            <a:r>
              <a:rPr lang="zh-CN" altLang="en-US" sz="3200">
                <a:latin typeface="楷体_GB2312" pitchFamily="49" charset="-122"/>
              </a:rPr>
              <a:t>使得</a:t>
            </a:r>
            <a:r>
              <a:rPr lang="en-US" altLang="zh-CN" sz="3200">
                <a:latin typeface="楷体_GB2312" pitchFamily="49" charset="-122"/>
              </a:rPr>
              <a:t>DOS</a:t>
            </a:r>
            <a:r>
              <a:rPr lang="zh-CN" altLang="en-US" sz="3200">
                <a:latin typeface="楷体_GB2312" pitchFamily="49" charset="-122"/>
              </a:rPr>
              <a:t>运用程序可以在</a:t>
            </a:r>
            <a:r>
              <a:rPr lang="en-US" altLang="zh-CN" sz="3200">
                <a:latin typeface="楷体_GB2312" pitchFamily="49" charset="-122"/>
              </a:rPr>
              <a:t>Windows</a:t>
            </a:r>
            <a:r>
              <a:rPr lang="zh-CN" altLang="en-US" sz="3200">
                <a:latin typeface="楷体_GB2312" pitchFamily="49" charset="-122"/>
              </a:rPr>
              <a:t>系统中运行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。 </a:t>
            </a:r>
          </a:p>
        </p:txBody>
      </p:sp>
      <p:sp>
        <p:nvSpPr>
          <p:cNvPr id="148488" name="灯片编号占位符 13">
            <a:extLst>
              <a:ext uri="{FF2B5EF4-FFF2-40B4-BE49-F238E27FC236}">
                <a16:creationId xmlns:a16="http://schemas.microsoft.com/office/drawing/2014/main" id="{DD38970A-007C-4D96-80E1-82A6EEF5A448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C906D530-1DC3-4C9C-AA3B-6221FD9E17A4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62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8489" name="日期占位符 12">
            <a:extLst>
              <a:ext uri="{FF2B5EF4-FFF2-40B4-BE49-F238E27FC236}">
                <a16:creationId xmlns:a16="http://schemas.microsoft.com/office/drawing/2014/main" id="{193780CE-C59D-4F16-BAD3-4E07425B12A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417518D1-3027-440B-9771-47B81F531645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8490" name="页脚占位符 14">
            <a:extLst>
              <a:ext uri="{FF2B5EF4-FFF2-40B4-BE49-F238E27FC236}">
                <a16:creationId xmlns:a16="http://schemas.microsoft.com/office/drawing/2014/main" id="{F1D022AD-0F8F-4D29-A7D0-C512F7F5B56E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48491" name="Text Box 1029">
            <a:extLst>
              <a:ext uri="{FF2B5EF4-FFF2-40B4-BE49-F238E27FC236}">
                <a16:creationId xmlns:a16="http://schemas.microsoft.com/office/drawing/2014/main" id="{B2CD2FC6-9C63-4BDD-B9EA-65EC8A979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88913"/>
            <a:ext cx="4500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ea typeface="宋体" panose="02010600030101010101" pitchFamily="2" charset="-122"/>
              </a:rPr>
              <a:t>2.5  80x86CPU</a:t>
            </a:r>
            <a:r>
              <a:rPr kumimoji="0" lang="zh-CN" altLang="en-US" sz="2800">
                <a:ea typeface="宋体" panose="02010600030101010101" pitchFamily="2" charset="-122"/>
              </a:rPr>
              <a:t>的工作模式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*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48492" name="TextBox 11">
            <a:extLst>
              <a:ext uri="{FF2B5EF4-FFF2-40B4-BE49-F238E27FC236}">
                <a16:creationId xmlns:a16="http://schemas.microsoft.com/office/drawing/2014/main" id="{A7A6E89E-9BFB-426E-8025-99BD2C8E4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46085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三、虚拟</a:t>
            </a:r>
            <a:r>
              <a:rPr lang="en-US" altLang="zh-CN" sz="3600">
                <a:solidFill>
                  <a:srgbClr val="FF3300"/>
                </a:solidFill>
                <a:ea typeface="楷体" panose="02010609060101010101" pitchFamily="49" charset="-122"/>
              </a:rPr>
              <a:t>8086</a:t>
            </a:r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模式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Line 1027">
            <a:extLst>
              <a:ext uri="{FF2B5EF4-FFF2-40B4-BE49-F238E27FC236}">
                <a16:creationId xmlns:a16="http://schemas.microsoft.com/office/drawing/2014/main" id="{FA9867E7-AB43-472D-9788-AD8AF32D1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31" name="Line 1031">
            <a:extLst>
              <a:ext uri="{FF2B5EF4-FFF2-40B4-BE49-F238E27FC236}">
                <a16:creationId xmlns:a16="http://schemas.microsoft.com/office/drawing/2014/main" id="{1A39195B-7F5B-45E9-9FEC-A3E485F45F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0532" name="AutoShape 1032">
            <a:extLst>
              <a:ext uri="{FF2B5EF4-FFF2-40B4-BE49-F238E27FC236}">
                <a16:creationId xmlns:a16="http://schemas.microsoft.com/office/drawing/2014/main" id="{0D632773-C215-4839-897B-9AEDC2D54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0533" name="AutoShape 1033">
            <a:extLst>
              <a:ext uri="{FF2B5EF4-FFF2-40B4-BE49-F238E27FC236}">
                <a16:creationId xmlns:a16="http://schemas.microsoft.com/office/drawing/2014/main" id="{406CC531-39E0-4D55-A09C-B5C2DD01E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208F9861-F7BF-4231-8F24-4AD22122E8B0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284538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24906817-1E75-4261-AAFB-BF035F973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916113"/>
            <a:ext cx="755967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（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1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）采用与实模式相同的分段模式，即段寄存器是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16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位段基址，左移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4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位后与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16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位的偏移地址相加，得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20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位物理地址。</a:t>
            </a:r>
          </a:p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（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2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）采用分页机制。分段产生的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20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位地址需通过分页机制转换为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32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位物理地址。</a:t>
            </a:r>
          </a:p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（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3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）使用特权级</a:t>
            </a: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</a:rPr>
              <a:t>3</a:t>
            </a: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，不能使用特权指令。</a:t>
            </a:r>
          </a:p>
        </p:txBody>
      </p:sp>
      <p:sp>
        <p:nvSpPr>
          <p:cNvPr id="150536" name="灯片编号占位符 13">
            <a:extLst>
              <a:ext uri="{FF2B5EF4-FFF2-40B4-BE49-F238E27FC236}">
                <a16:creationId xmlns:a16="http://schemas.microsoft.com/office/drawing/2014/main" id="{8B94BB30-B797-455D-AD6D-407E5AC78931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06E0FA0B-9BEF-4A17-850A-5A44EEF75CB0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63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0537" name="日期占位符 12">
            <a:extLst>
              <a:ext uri="{FF2B5EF4-FFF2-40B4-BE49-F238E27FC236}">
                <a16:creationId xmlns:a16="http://schemas.microsoft.com/office/drawing/2014/main" id="{C7982A40-2556-4606-9CA7-6567E574C52C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E5A240FB-3171-4B05-928C-08881EB2A7C2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0538" name="页脚占位符 14">
            <a:extLst>
              <a:ext uri="{FF2B5EF4-FFF2-40B4-BE49-F238E27FC236}">
                <a16:creationId xmlns:a16="http://schemas.microsoft.com/office/drawing/2014/main" id="{5C26A7FA-0F71-4FE5-80F2-CA58B51FD34E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6119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   第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</a:t>
            </a:r>
            <a:r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80x86</a:t>
            </a: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硬件基础</a:t>
            </a:r>
          </a:p>
        </p:txBody>
      </p:sp>
      <p:sp>
        <p:nvSpPr>
          <p:cNvPr id="150539" name="Text Box 1029">
            <a:extLst>
              <a:ext uri="{FF2B5EF4-FFF2-40B4-BE49-F238E27FC236}">
                <a16:creationId xmlns:a16="http://schemas.microsoft.com/office/drawing/2014/main" id="{4CFF3A04-D0FC-4F80-BCF2-01C999954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88913"/>
            <a:ext cx="4500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>
                <a:ea typeface="宋体" panose="02010600030101010101" pitchFamily="2" charset="-122"/>
              </a:rPr>
              <a:t>2.5  80x86CPU</a:t>
            </a:r>
            <a:r>
              <a:rPr kumimoji="0" lang="zh-CN" altLang="en-US" sz="2800">
                <a:ea typeface="宋体" panose="02010600030101010101" pitchFamily="2" charset="-122"/>
              </a:rPr>
              <a:t>的工作模式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*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150540" name="TextBox 11">
            <a:extLst>
              <a:ext uri="{FF2B5EF4-FFF2-40B4-BE49-F238E27FC236}">
                <a16:creationId xmlns:a16="http://schemas.microsoft.com/office/drawing/2014/main" id="{1CD63E17-837B-4686-B723-472BBC553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5327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虚拟</a:t>
            </a:r>
            <a:r>
              <a:rPr lang="en-US" altLang="zh-CN" sz="3600">
                <a:solidFill>
                  <a:srgbClr val="FF3300"/>
                </a:solidFill>
                <a:ea typeface="楷体" panose="02010609060101010101" pitchFamily="49" charset="-122"/>
              </a:rPr>
              <a:t>8086</a:t>
            </a:r>
            <a:r>
              <a:rPr lang="zh-CN" altLang="en-US" sz="3600">
                <a:solidFill>
                  <a:srgbClr val="FF3300"/>
                </a:solidFill>
                <a:ea typeface="楷体" panose="02010609060101010101" pitchFamily="49" charset="-122"/>
              </a:rPr>
              <a:t>模式的主要特点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Line 1027">
            <a:extLst>
              <a:ext uri="{FF2B5EF4-FFF2-40B4-BE49-F238E27FC236}">
                <a16:creationId xmlns:a16="http://schemas.microsoft.com/office/drawing/2014/main" id="{FECE66E8-1F54-4636-99FF-B32FB040A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79" name="Line 1031">
            <a:extLst>
              <a:ext uri="{FF2B5EF4-FFF2-40B4-BE49-F238E27FC236}">
                <a16:creationId xmlns:a16="http://schemas.microsoft.com/office/drawing/2014/main" id="{248C1D08-6682-4D42-8029-9B31F43F33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580" name="AutoShape 1032">
            <a:extLst>
              <a:ext uri="{FF2B5EF4-FFF2-40B4-BE49-F238E27FC236}">
                <a16:creationId xmlns:a16="http://schemas.microsoft.com/office/drawing/2014/main" id="{63E7DB9E-2F6D-4B3A-AEB3-8EC160A81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2581" name="AutoShape 1033">
            <a:extLst>
              <a:ext uri="{FF2B5EF4-FFF2-40B4-BE49-F238E27FC236}">
                <a16:creationId xmlns:a16="http://schemas.microsoft.com/office/drawing/2014/main" id="{A76477D4-E787-43E6-9C79-D9B0E38AF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E4E07DBC-37B3-49EA-B30E-02943293022F}"/>
              </a:ext>
            </a:extLst>
          </p:cNvPr>
          <p:cNvSpPr txBox="1">
            <a:spLocks noChangeArrowheads="1"/>
          </p:cNvSpPr>
          <p:nvPr/>
        </p:nvSpPr>
        <p:spPr>
          <a:xfrm>
            <a:off x="4284663" y="3357563"/>
            <a:ext cx="5400675" cy="547687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sz="2400" b="0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2583" name="Rectangle 8">
            <a:extLst>
              <a:ext uri="{FF2B5EF4-FFF2-40B4-BE49-F238E27FC236}">
                <a16:creationId xmlns:a16="http://schemas.microsoft.com/office/drawing/2014/main" id="{55AA7F40-7219-4975-BD1C-DD2195413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88913"/>
            <a:ext cx="15859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44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小结</a:t>
            </a:r>
          </a:p>
        </p:txBody>
      </p:sp>
      <p:sp>
        <p:nvSpPr>
          <p:cNvPr id="152584" name="Text Box 8">
            <a:extLst>
              <a:ext uri="{FF2B5EF4-FFF2-40B4-BE49-F238E27FC236}">
                <a16:creationId xmlns:a16="http://schemas.microsoft.com/office/drawing/2014/main" id="{841FC167-9705-499C-8F48-B6E4EB1C5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066800"/>
            <a:ext cx="8142287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 80x86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的内部寄存器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工作寄存器的名称、功能和用法</a:t>
            </a:r>
          </a:p>
          <a:p>
            <a:pPr algn="just"/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（难点：</a:t>
            </a:r>
            <a:r>
              <a:rPr lang="zh-CN" altLang="en-US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特殊的用法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标志位的名称、含义和用法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内存贮器的组织形式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地址和内容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字节和字在存储器中的存放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(3) </a:t>
            </a:r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</a:rPr>
              <a:t>分段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的意义（段地址，偏移地址）</a:t>
            </a:r>
          </a:p>
          <a:p>
            <a:pPr algn="just"/>
            <a:r>
              <a:rPr lang="en-US" altLang="zh-CN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(4) </a:t>
            </a:r>
            <a:r>
              <a:rPr lang="zh-CN" altLang="en-US" sz="36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物理地址的计算</a:t>
            </a:r>
          </a:p>
        </p:txBody>
      </p:sp>
      <p:sp>
        <p:nvSpPr>
          <p:cNvPr id="152585" name="灯片编号占位符 13">
            <a:extLst>
              <a:ext uri="{FF2B5EF4-FFF2-40B4-BE49-F238E27FC236}">
                <a16:creationId xmlns:a16="http://schemas.microsoft.com/office/drawing/2014/main" id="{277E5730-1A8F-4436-9AD6-49F5F4317D3A}"/>
              </a:ext>
            </a:extLst>
          </p:cNvPr>
          <p:cNvSpPr txBox="1">
            <a:spLocks noGrp="1"/>
          </p:cNvSpPr>
          <p:nvPr/>
        </p:nvSpPr>
        <p:spPr bwMode="auto">
          <a:xfrm>
            <a:off x="79565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F4E8685C-E762-4042-A1A6-B4C358FDDA7E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/>
              <a:t>64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2586" name="日期占位符 12">
            <a:extLst>
              <a:ext uri="{FF2B5EF4-FFF2-40B4-BE49-F238E27FC236}">
                <a16:creationId xmlns:a16="http://schemas.microsoft.com/office/drawing/2014/main" id="{64A1B1C5-1A44-4E89-9262-F0CE034E67DC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CF6DC0DB-05F7-4E5A-8FBA-0C751F763472}" type="datetime1"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/>
              <a:t>2023/6/20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2587" name="页脚占位符 14">
            <a:extLst>
              <a:ext uri="{FF2B5EF4-FFF2-40B4-BE49-F238E27FC236}">
                <a16:creationId xmlns:a16="http://schemas.microsoft.com/office/drawing/2014/main" id="{CEC52C98-6215-4E7F-9C7E-F1F8FA7FD427}"/>
              </a:ext>
            </a:extLst>
          </p:cNvPr>
          <p:cNvSpPr txBox="1">
            <a:spLocks noGrp="1"/>
          </p:cNvSpPr>
          <p:nvPr/>
        </p:nvSpPr>
        <p:spPr bwMode="auto">
          <a:xfrm>
            <a:off x="2268538" y="6308725"/>
            <a:ext cx="4679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</a:p>
        </p:txBody>
      </p:sp>
      <p:sp>
        <p:nvSpPr>
          <p:cNvPr id="152588" name="Text Box 1029">
            <a:extLst>
              <a:ext uri="{FF2B5EF4-FFF2-40B4-BE49-F238E27FC236}">
                <a16:creationId xmlns:a16="http://schemas.microsoft.com/office/drawing/2014/main" id="{E0F20798-4C69-48CD-9836-016C65D95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D6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章 </a:t>
            </a:r>
            <a:r>
              <a:rPr kumimoji="0" lang="en-US" altLang="zh-CN" sz="2800">
                <a:solidFill>
                  <a:srgbClr val="FF3300"/>
                </a:solidFill>
                <a:ea typeface="宋体" panose="02010600030101010101" pitchFamily="2" charset="-122"/>
              </a:rPr>
              <a:t>80x86</a:t>
            </a:r>
            <a:r>
              <a:rPr kumimoji="0"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编程的硬件基础</a:t>
            </a:r>
          </a:p>
        </p:txBody>
      </p:sp>
    </p:spTree>
  </p:cSld>
  <p:clrMapOvr>
    <a:masterClrMapping/>
  </p:clrMapOvr>
  <p:transition>
    <p:dissolv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txDef>
      <a:spPr bwMode="auto">
        <a:noFill/>
        <a:ln w="12700" cap="sq">
          <a:noFill/>
          <a:miter lim="800000"/>
          <a:headEnd/>
          <a:tailEnd/>
        </a:ln>
      </a:spPr>
      <a:bodyPr>
        <a:spAutoFit/>
      </a:bodyPr>
      <a:lstStyle>
        <a:defPPr>
          <a:defRPr sz="2400" dirty="0" smtClean="0">
            <a:solidFill>
              <a:srgbClr val="000000"/>
            </a:solidFill>
            <a:ea typeface="楷体" pitchFamily="49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11092</TotalTime>
  <Words>5388</Words>
  <Application>Microsoft Office PowerPoint</Application>
  <PresentationFormat>全屏显示(4:3)</PresentationFormat>
  <Paragraphs>1055</Paragraphs>
  <Slides>64</Slides>
  <Notes>64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80" baseType="lpstr">
      <vt:lpstr>-apple-system</vt:lpstr>
      <vt:lpstr>黑体</vt:lpstr>
      <vt:lpstr>华文新魏</vt:lpstr>
      <vt:lpstr>楷体</vt:lpstr>
      <vt:lpstr>楷体_GB2312</vt:lpstr>
      <vt:lpstr>隶书</vt:lpstr>
      <vt:lpstr>宋体</vt:lpstr>
      <vt:lpstr>Arial</vt:lpstr>
      <vt:lpstr>Calibri</vt:lpstr>
      <vt:lpstr>Constantia</vt:lpstr>
      <vt:lpstr>Lucida Console</vt:lpstr>
      <vt:lpstr>Tahoma</vt:lpstr>
      <vt:lpstr>Times New Roman</vt:lpstr>
      <vt:lpstr>Wingdings</vt:lpstr>
      <vt:lpstr>Wingdings 2</vt:lpstr>
      <vt:lpstr>流畅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shcd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guoq</dc:creator>
  <cp:lastModifiedBy>Pei Xilong</cp:lastModifiedBy>
  <cp:revision>349</cp:revision>
  <cp:lastPrinted>2001-07-13T01:42:42Z</cp:lastPrinted>
  <dcterms:created xsi:type="dcterms:W3CDTF">2000-06-04T03:21:47Z</dcterms:created>
  <dcterms:modified xsi:type="dcterms:W3CDTF">2023-06-20T13:03:54Z</dcterms:modified>
</cp:coreProperties>
</file>